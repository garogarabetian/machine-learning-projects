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82" r:id="rId10"/>
    <p:sldId id="264" r:id="rId11"/>
    <p:sldId id="265" r:id="rId12"/>
    <p:sldId id="266" r:id="rId13"/>
    <p:sldId id="267" r:id="rId14"/>
    <p:sldId id="268" r:id="rId15"/>
    <p:sldId id="269" r:id="rId16"/>
    <p:sldId id="270" r:id="rId17"/>
    <p:sldId id="271" r:id="rId18"/>
    <p:sldId id="272" r:id="rId19"/>
    <p:sldId id="273" r:id="rId20"/>
    <p:sldId id="277" r:id="rId21"/>
    <p:sldId id="283" r:id="rId22"/>
    <p:sldId id="284" r:id="rId23"/>
    <p:sldId id="278" r:id="rId24"/>
    <p:sldId id="279" r:id="rId25"/>
    <p:sldId id="280" r:id="rId26"/>
    <p:sldId id="276" r:id="rId27"/>
    <p:sldId id="285" r:id="rId28"/>
  </p:sldIdLst>
  <p:sldSz cx="12192000" cy="6858000"/>
  <p:notesSz cx="6858000" cy="9144000"/>
  <p:embeddedFontLst>
    <p:embeddedFont>
      <p:font typeface="Libre Franklin"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q5yegg2vS/n4IP9dl8bdlrWJc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825" autoAdjust="0"/>
  </p:normalViewPr>
  <p:slideViewPr>
    <p:cSldViewPr snapToGrid="0">
      <p:cViewPr>
        <p:scale>
          <a:sx n="75" d="100"/>
          <a:sy n="75" d="100"/>
        </p:scale>
        <p:origin x="1914"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1ddeff270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31ddeff270a_0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Brief outline of the raw data. Bridge: Now we shall proceed by showcasing how we handled the given data (preprocessing) να αποφευχθούν συνεχώς οι ίδιες λέξεις, ΟΧΙ όμως όταν πρόκειται για ορολογία</a:t>
            </a:r>
            <a:endParaRPr/>
          </a:p>
        </p:txBody>
      </p:sp>
      <p:sp>
        <p:nvSpPr>
          <p:cNvPr id="120" name="Google Shape;120;g31ddeff270a_0_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6a2e00ab1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6a2e00ab1f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30" name="Google Shape;130;g36a2e00ab1f_0_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6a2e00ab1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g36a2e00ab1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42" name="Google Shape;142;g36a2e00ab1f_0_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6a2e00ab1f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6a2e00ab1f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Present a histogram (i chose Ay because it is clear to see biking for example). Note the patterns that are already arising (check Ay ~= 10 m/sec^2 for biking activity , or Ay hovering around 0 for sitting). Also histograms for Ax, Az, in which we can also observe similar patterns. (we elect to not show everything so as not to repeat ourselves)</a:t>
            </a:r>
            <a:endParaRPr/>
          </a:p>
        </p:txBody>
      </p:sp>
      <p:sp>
        <p:nvSpPr>
          <p:cNvPr id="154" name="Google Shape;154;g36a2e00ab1f_0_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6a2e00ab1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6a2e00ab1f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Explain each peak and low (keep in mind that labels might not be visible to the viewer, so explain what we’re seeing here). Finally, bridge this final preprocessing slide to the next (first feature_extraction slide)</a:t>
            </a:r>
            <a:endParaRPr/>
          </a:p>
        </p:txBody>
      </p:sp>
      <p:sp>
        <p:nvSpPr>
          <p:cNvPr id="163" name="Google Shape;163;g36a2e00ab1f_0_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6a2e00ab1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6a2e00ab1f_0_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72" name="Google Shape;172;g36a2e00ab1f_0_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362B9046-26A6-36E5-3565-BDF36B19491B}"/>
            </a:ext>
          </a:extLst>
        </p:cNvPr>
        <p:cNvGrpSpPr/>
        <p:nvPr/>
      </p:nvGrpSpPr>
      <p:grpSpPr>
        <a:xfrm>
          <a:off x="0" y="0"/>
          <a:ext cx="0" cy="0"/>
          <a:chOff x="0" y="0"/>
          <a:chExt cx="0" cy="0"/>
        </a:xfrm>
      </p:grpSpPr>
      <p:sp>
        <p:nvSpPr>
          <p:cNvPr id="170" name="Google Shape;170;g36a2e00ab1f_0_4:notes">
            <a:extLst>
              <a:ext uri="{FF2B5EF4-FFF2-40B4-BE49-F238E27FC236}">
                <a16:creationId xmlns:a16="http://schemas.microsoft.com/office/drawing/2014/main" id="{6755A88E-0F78-9082-F2C9-E3D2BD777F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6a2e00ab1f_0_4:notes">
            <a:extLst>
              <a:ext uri="{FF2B5EF4-FFF2-40B4-BE49-F238E27FC236}">
                <a16:creationId xmlns:a16="http://schemas.microsoft.com/office/drawing/2014/main" id="{A55586E9-6416-3232-9C7D-50B5364A3B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72" name="Google Shape;172;g36a2e00ab1f_0_4:notes">
            <a:extLst>
              <a:ext uri="{FF2B5EF4-FFF2-40B4-BE49-F238E27FC236}">
                <a16:creationId xmlns:a16="http://schemas.microsoft.com/office/drawing/2014/main" id="{5B786625-29CB-B0A3-A388-46DC3682D00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49754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6a2e00ab1f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g36a2e00ab1f_0_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86" name="Google Shape;186;g36a2e00ab1f_0_9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6a2e00ab1f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6a2e00ab1f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Again, bridge to LOSO modeling (using these features we move on to cross-validation steps ….)</a:t>
            </a:r>
            <a:endParaRPr/>
          </a:p>
        </p:txBody>
      </p:sp>
      <p:sp>
        <p:nvSpPr>
          <p:cNvPr id="195" name="Google Shape;195;g36a2e00ab1f_0_10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6a2e00ab1f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g36a2e00ab1f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6a2e00ab1f_0_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6a2e00ab1f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6a2e00ab1f_0_1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14" name="Google Shape;214;g36a2e00ab1f_0_1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6a2e00ab1f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g36a2e00ab1f_0_1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23" name="Google Shape;223;g36a2e00ab1f_0_1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6a2e00ab1f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g36a2e00ab1f_0_1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31" name="Google Shape;231;g36a2e00ab1f_0_1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6a2e00ab1f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g36a2e00ab1f_0_1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40" name="Google Shape;240;g36a2e00ab1f_0_19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6a2e00ab1f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g36a2e00ab1f_0_1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48" name="Google Shape;248;g36a2e00ab1f_0_1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a2e00ab1f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6a2e00ab1f_0_2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57" name="Google Shape;257;g36a2e00ab1f_0_20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6a2e00ab1f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6a2e00ab1f_0_1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5" name="Google Shape;265;g36a2e00ab1f_0_1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AE113711-D624-A7A0-FB5B-F01F55E4A73E}"/>
            </a:ext>
          </a:extLst>
        </p:cNvPr>
        <p:cNvGrpSpPr/>
        <p:nvPr/>
      </p:nvGrpSpPr>
      <p:grpSpPr>
        <a:xfrm>
          <a:off x="0" y="0"/>
          <a:ext cx="0" cy="0"/>
          <a:chOff x="0" y="0"/>
          <a:chExt cx="0" cy="0"/>
        </a:xfrm>
      </p:grpSpPr>
      <p:sp>
        <p:nvSpPr>
          <p:cNvPr id="263" name="Google Shape;263;g36a2e00ab1f_0_144:notes">
            <a:extLst>
              <a:ext uri="{FF2B5EF4-FFF2-40B4-BE49-F238E27FC236}">
                <a16:creationId xmlns:a16="http://schemas.microsoft.com/office/drawing/2014/main" id="{B207CF51-9FD1-B13C-0120-9C9218D292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6a2e00ab1f_0_144:notes">
            <a:extLst>
              <a:ext uri="{FF2B5EF4-FFF2-40B4-BE49-F238E27FC236}">
                <a16:creationId xmlns:a16="http://schemas.microsoft.com/office/drawing/2014/main" id="{7927F744-D262-A041-508F-B5B9AC6560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5" name="Google Shape;265;g36a2e00ab1f_0_144:notes">
            <a:extLst>
              <a:ext uri="{FF2B5EF4-FFF2-40B4-BE49-F238E27FC236}">
                <a16:creationId xmlns:a16="http://schemas.microsoft.com/office/drawing/2014/main" id="{5CBFC35B-E201-D42A-A76C-30DC9D3BC02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910662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16F6B553-AD29-B405-A567-B066C7511DB8}"/>
            </a:ext>
          </a:extLst>
        </p:cNvPr>
        <p:cNvGrpSpPr/>
        <p:nvPr/>
      </p:nvGrpSpPr>
      <p:grpSpPr>
        <a:xfrm>
          <a:off x="0" y="0"/>
          <a:ext cx="0" cy="0"/>
          <a:chOff x="0" y="0"/>
          <a:chExt cx="0" cy="0"/>
        </a:xfrm>
      </p:grpSpPr>
      <p:sp>
        <p:nvSpPr>
          <p:cNvPr id="263" name="Google Shape;263;g36a2e00ab1f_0_144:notes">
            <a:extLst>
              <a:ext uri="{FF2B5EF4-FFF2-40B4-BE49-F238E27FC236}">
                <a16:creationId xmlns:a16="http://schemas.microsoft.com/office/drawing/2014/main" id="{61CC5DD0-FBA9-791B-CC03-5B55DB88D0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6a2e00ab1f_0_144:notes">
            <a:extLst>
              <a:ext uri="{FF2B5EF4-FFF2-40B4-BE49-F238E27FC236}">
                <a16:creationId xmlns:a16="http://schemas.microsoft.com/office/drawing/2014/main" id="{786EC67F-48C1-8C34-A6AF-5F229E17B2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5" name="Google Shape;265;g36a2e00ab1f_0_144:notes">
            <a:extLst>
              <a:ext uri="{FF2B5EF4-FFF2-40B4-BE49-F238E27FC236}">
                <a16:creationId xmlns:a16="http://schemas.microsoft.com/office/drawing/2014/main" id="{134AA87E-35B3-F257-1159-3121EF64B05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247017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9899079C-2EE5-38F6-A8C1-5C61B62B730D}"/>
            </a:ext>
          </a:extLst>
        </p:cNvPr>
        <p:cNvGrpSpPr/>
        <p:nvPr/>
      </p:nvGrpSpPr>
      <p:grpSpPr>
        <a:xfrm>
          <a:off x="0" y="0"/>
          <a:ext cx="0" cy="0"/>
          <a:chOff x="0" y="0"/>
          <a:chExt cx="0" cy="0"/>
        </a:xfrm>
      </p:grpSpPr>
      <p:sp>
        <p:nvSpPr>
          <p:cNvPr id="263" name="Google Shape;263;g36a2e00ab1f_0_144:notes">
            <a:extLst>
              <a:ext uri="{FF2B5EF4-FFF2-40B4-BE49-F238E27FC236}">
                <a16:creationId xmlns:a16="http://schemas.microsoft.com/office/drawing/2014/main" id="{DD55DB97-6ED4-2906-E721-74094575F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6a2e00ab1f_0_144:notes">
            <a:extLst>
              <a:ext uri="{FF2B5EF4-FFF2-40B4-BE49-F238E27FC236}">
                <a16:creationId xmlns:a16="http://schemas.microsoft.com/office/drawing/2014/main" id="{B4253DE9-320C-E91D-21C8-06E45A0F0E5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5" name="Google Shape;265;g36a2e00ab1f_0_144:notes">
            <a:extLst>
              <a:ext uri="{FF2B5EF4-FFF2-40B4-BE49-F238E27FC236}">
                <a16:creationId xmlns:a16="http://schemas.microsoft.com/office/drawing/2014/main" id="{3BCE4D27-81FE-E610-9A5E-CDEA3C2C78C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43279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00D5B4FB-DB8B-BC6C-91C3-0C890E614F71}"/>
            </a:ext>
          </a:extLst>
        </p:cNvPr>
        <p:cNvGrpSpPr/>
        <p:nvPr/>
      </p:nvGrpSpPr>
      <p:grpSpPr>
        <a:xfrm>
          <a:off x="0" y="0"/>
          <a:ext cx="0" cy="0"/>
          <a:chOff x="0" y="0"/>
          <a:chExt cx="0" cy="0"/>
        </a:xfrm>
      </p:grpSpPr>
      <p:sp>
        <p:nvSpPr>
          <p:cNvPr id="263" name="Google Shape;263;g36a2e00ab1f_0_144:notes">
            <a:extLst>
              <a:ext uri="{FF2B5EF4-FFF2-40B4-BE49-F238E27FC236}">
                <a16:creationId xmlns:a16="http://schemas.microsoft.com/office/drawing/2014/main" id="{8BF2676E-E63F-503B-A3B0-773A6973A7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6a2e00ab1f_0_144:notes">
            <a:extLst>
              <a:ext uri="{FF2B5EF4-FFF2-40B4-BE49-F238E27FC236}">
                <a16:creationId xmlns:a16="http://schemas.microsoft.com/office/drawing/2014/main" id="{D8B8AB78-E8F0-F4BF-8204-2D34ACF3D0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5" name="Google Shape;265;g36a2e00ab1f_0_144:notes">
            <a:extLst>
              <a:ext uri="{FF2B5EF4-FFF2-40B4-BE49-F238E27FC236}">
                <a16:creationId xmlns:a16="http://schemas.microsoft.com/office/drawing/2014/main" id="{FDDA0856-CEA7-1B01-25F0-F462C855D74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66278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0D7C3D80-84E8-6034-867B-E66F34738B09}"/>
            </a:ext>
          </a:extLst>
        </p:cNvPr>
        <p:cNvGrpSpPr/>
        <p:nvPr/>
      </p:nvGrpSpPr>
      <p:grpSpPr>
        <a:xfrm>
          <a:off x="0" y="0"/>
          <a:ext cx="0" cy="0"/>
          <a:chOff x="0" y="0"/>
          <a:chExt cx="0" cy="0"/>
        </a:xfrm>
      </p:grpSpPr>
      <p:sp>
        <p:nvSpPr>
          <p:cNvPr id="263" name="Google Shape;263;g36a2e00ab1f_0_144:notes">
            <a:extLst>
              <a:ext uri="{FF2B5EF4-FFF2-40B4-BE49-F238E27FC236}">
                <a16:creationId xmlns:a16="http://schemas.microsoft.com/office/drawing/2014/main" id="{D0806A70-8535-3934-B901-0F0C129416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6a2e00ab1f_0_144:notes">
            <a:extLst>
              <a:ext uri="{FF2B5EF4-FFF2-40B4-BE49-F238E27FC236}">
                <a16:creationId xmlns:a16="http://schemas.microsoft.com/office/drawing/2014/main" id="{27E64FC5-6F1A-F3E3-158D-3F6433AC92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5" name="Google Shape;265;g36a2e00ab1f_0_144:notes">
            <a:extLst>
              <a:ext uri="{FF2B5EF4-FFF2-40B4-BE49-F238E27FC236}">
                <a16:creationId xmlns:a16="http://schemas.microsoft.com/office/drawing/2014/main" id="{ECACD2E6-CEB7-D400-BA1E-DFD834F5357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4885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8E1AC889-8D55-E249-25D6-AE78AE5D67FD}"/>
            </a:ext>
          </a:extLst>
        </p:cNvPr>
        <p:cNvGrpSpPr/>
        <p:nvPr/>
      </p:nvGrpSpPr>
      <p:grpSpPr>
        <a:xfrm>
          <a:off x="0" y="0"/>
          <a:ext cx="0" cy="0"/>
          <a:chOff x="0" y="0"/>
          <a:chExt cx="0" cy="0"/>
        </a:xfrm>
      </p:grpSpPr>
      <p:sp>
        <p:nvSpPr>
          <p:cNvPr id="263" name="Google Shape;263;g36a2e00ab1f_0_144:notes">
            <a:extLst>
              <a:ext uri="{FF2B5EF4-FFF2-40B4-BE49-F238E27FC236}">
                <a16:creationId xmlns:a16="http://schemas.microsoft.com/office/drawing/2014/main" id="{7C923EAF-CDED-99B7-7BEE-C2DE80D355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6a2e00ab1f_0_144:notes">
            <a:extLst>
              <a:ext uri="{FF2B5EF4-FFF2-40B4-BE49-F238E27FC236}">
                <a16:creationId xmlns:a16="http://schemas.microsoft.com/office/drawing/2014/main" id="{74E4099B-3087-134C-CB64-BF89AAB171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5" name="Google Shape;265;g36a2e00ab1f_0_144:notes">
            <a:extLst>
              <a:ext uri="{FF2B5EF4-FFF2-40B4-BE49-F238E27FC236}">
                <a16:creationId xmlns:a16="http://schemas.microsoft.com/office/drawing/2014/main" id="{97EC7A55-252D-A887-2047-2BCF3F75DDB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30054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ddeff270a_0_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ddeff270a_0_7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98" name="Google Shape;298;g31ddeff270a_0_7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a:extLst>
            <a:ext uri="{FF2B5EF4-FFF2-40B4-BE49-F238E27FC236}">
              <a16:creationId xmlns:a16="http://schemas.microsoft.com/office/drawing/2014/main" id="{F708CC8E-1D23-FECF-E43D-C9929DC6E20E}"/>
            </a:ext>
          </a:extLst>
        </p:cNvPr>
        <p:cNvGrpSpPr/>
        <p:nvPr/>
      </p:nvGrpSpPr>
      <p:grpSpPr>
        <a:xfrm>
          <a:off x="0" y="0"/>
          <a:ext cx="0" cy="0"/>
          <a:chOff x="0" y="0"/>
          <a:chExt cx="0" cy="0"/>
        </a:xfrm>
      </p:grpSpPr>
      <p:sp>
        <p:nvSpPr>
          <p:cNvPr id="296" name="Google Shape;296;g31ddeff270a_0_741:notes">
            <a:extLst>
              <a:ext uri="{FF2B5EF4-FFF2-40B4-BE49-F238E27FC236}">
                <a16:creationId xmlns:a16="http://schemas.microsoft.com/office/drawing/2014/main" id="{4AA9F01B-950B-75F3-A13F-68788BD696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ddeff270a_0_741:notes">
            <a:extLst>
              <a:ext uri="{FF2B5EF4-FFF2-40B4-BE49-F238E27FC236}">
                <a16:creationId xmlns:a16="http://schemas.microsoft.com/office/drawing/2014/main" id="{45887DA5-0B7E-829B-F630-11E83633FD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98" name="Google Shape;298;g31ddeff270a_0_741:notes">
            <a:extLst>
              <a:ext uri="{FF2B5EF4-FFF2-40B4-BE49-F238E27FC236}">
                <a16:creationId xmlns:a16="http://schemas.microsoft.com/office/drawing/2014/main" id="{23F75E5B-D9A3-76A0-BAEB-360842DB21C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43938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1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body" idx="1"/>
          </p:nvPr>
        </p:nvSpPr>
        <p:spPr>
          <a:xfrm>
            <a:off x="1371600" y="2285999"/>
            <a:ext cx="4447786" cy="3581401"/>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23" name="Google Shape;23;p16"/>
          <p:cNvSpPr txBox="1">
            <a:spLocks noGrp="1"/>
          </p:cNvSpPr>
          <p:nvPr>
            <p:ph type="body" idx="2"/>
          </p:nvPr>
        </p:nvSpPr>
        <p:spPr>
          <a:xfrm>
            <a:off x="6525403" y="2285999"/>
            <a:ext cx="4447786" cy="3581401"/>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24" name="Google Shape;24;p16"/>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7"/>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2"/>
        </a:solidFill>
        <a:effectLst/>
      </p:bgPr>
    </p:bg>
    <p:spTree>
      <p:nvGrpSpPr>
        <p:cNvPr id="1" name="Shape 32"/>
        <p:cNvGrpSpPr/>
        <p:nvPr/>
      </p:nvGrpSpPr>
      <p:grpSpPr>
        <a:xfrm>
          <a:off x="0" y="0"/>
          <a:ext cx="0" cy="0"/>
          <a:chOff x="0" y="0"/>
          <a:chExt cx="0" cy="0"/>
        </a:xfrm>
      </p:grpSpPr>
      <p:sp>
        <p:nvSpPr>
          <p:cNvPr id="33" name="Google Shape;33;p18"/>
          <p:cNvSpPr txBox="1">
            <a:spLocks noGrp="1"/>
          </p:cNvSpPr>
          <p:nvPr>
            <p:ph type="ctrTitle"/>
          </p:nvPr>
        </p:nvSpPr>
        <p:spPr>
          <a:xfrm>
            <a:off x="1915128" y="1788454"/>
            <a:ext cx="8361229" cy="2098226"/>
          </a:xfrm>
          <a:prstGeom prst="rect">
            <a:avLst/>
          </a:prstGeom>
          <a:noFill/>
          <a:ln>
            <a:noFill/>
          </a:ln>
        </p:spPr>
        <p:txBody>
          <a:bodyPr spcFirstLastPara="1" wrap="square" lIns="91425" tIns="45700" rIns="91425" bIns="45700" anchor="b" anchorCtr="0">
            <a:noAutofit/>
          </a:bodyPr>
          <a:lstStyle>
            <a:lvl1pPr lvl="0" algn="ctr">
              <a:lnSpc>
                <a:spcPct val="89000"/>
              </a:lnSpc>
              <a:spcBef>
                <a:spcPts val="0"/>
              </a:spcBef>
              <a:spcAft>
                <a:spcPts val="0"/>
              </a:spcAft>
              <a:buClr>
                <a:schemeClr val="dk2"/>
              </a:buClr>
              <a:buSzPts val="7200"/>
              <a:buFont typeface="Libre Franklin"/>
              <a:buNone/>
              <a:defRPr sz="7200" cap="none">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txBox="1">
            <a:spLocks noGrp="1"/>
          </p:cNvSpPr>
          <p:nvPr>
            <p:ph type="subTitle" idx="1"/>
          </p:nvPr>
        </p:nvSpPr>
        <p:spPr>
          <a:xfrm>
            <a:off x="2679906" y="3956279"/>
            <a:ext cx="6831673" cy="1086237"/>
          </a:xfrm>
          <a:prstGeom prst="rect">
            <a:avLst/>
          </a:prstGeom>
          <a:noFill/>
          <a:ln>
            <a:noFill/>
          </a:ln>
        </p:spPr>
        <p:txBody>
          <a:bodyPr spcFirstLastPara="1" wrap="square" lIns="91425" tIns="45700" rIns="91425" bIns="45700" anchor="t" anchorCtr="0">
            <a:normAutofit/>
          </a:bodyPr>
          <a:lstStyle>
            <a:lvl1pPr lvl="0" algn="ctr">
              <a:lnSpc>
                <a:spcPct val="112000"/>
              </a:lnSpc>
              <a:spcBef>
                <a:spcPts val="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a:endParaRPr/>
          </a:p>
        </p:txBody>
      </p:sp>
      <p:sp>
        <p:nvSpPr>
          <p:cNvPr id="35" name="Google Shape;35;p18"/>
          <p:cNvSpPr txBox="1">
            <a:spLocks noGrp="1"/>
          </p:cNvSpPr>
          <p:nvPr>
            <p:ph type="dt" idx="10"/>
          </p:nvPr>
        </p:nvSpPr>
        <p:spPr>
          <a:xfrm>
            <a:off x="752858" y="6453386"/>
            <a:ext cx="1607944"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2584054" y="6453386"/>
            <a:ext cx="7023377" cy="40461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9830683"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grpSp>
        <p:nvGrpSpPr>
          <p:cNvPr id="38" name="Google Shape;38;p18"/>
          <p:cNvGrpSpPr/>
          <p:nvPr/>
        </p:nvGrpSpPr>
        <p:grpSpPr>
          <a:xfrm>
            <a:off x="752858" y="744469"/>
            <a:ext cx="10674117" cy="5349671"/>
            <a:chOff x="752858" y="744469"/>
            <a:chExt cx="10674117" cy="5349671"/>
          </a:xfrm>
        </p:grpSpPr>
        <p:sp>
          <p:nvSpPr>
            <p:cNvPr id="39" name="Google Shape;39;p18"/>
            <p:cNvSpPr/>
            <p:nvPr/>
          </p:nvSpPr>
          <p:spPr>
            <a:xfrm>
              <a:off x="8151962" y="1685652"/>
              <a:ext cx="3275013" cy="4408488"/>
            </a:xfrm>
            <a:custGeom>
              <a:avLst/>
              <a:gdLst/>
              <a:ahLst/>
              <a:cxnLst/>
              <a:rect l="l" t="t" r="r" b="b"/>
              <a:pathLst>
                <a:path w="10000" h="10000" extrusionOk="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40" name="Google Shape;40;p18"/>
            <p:cNvSpPr/>
            <p:nvPr/>
          </p:nvSpPr>
          <p:spPr>
            <a:xfrm rot="10800000">
              <a:off x="752858" y="744469"/>
              <a:ext cx="3275668" cy="4408488"/>
            </a:xfrm>
            <a:custGeom>
              <a:avLst/>
              <a:gdLst/>
              <a:ahLst/>
              <a:cxnLst/>
              <a:rect l="l" t="t" r="r" b="b"/>
              <a:pathLst>
                <a:path w="10002" h="10000" extrusionOk="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1371600" y="2286000"/>
            <a:ext cx="9601200" cy="358140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44" name="Google Shape;44;p1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765025" y="1301360"/>
            <a:ext cx="9612971" cy="2852737"/>
          </a:xfrm>
          <a:prstGeom prst="rect">
            <a:avLst/>
          </a:prstGeom>
          <a:noFill/>
          <a:ln>
            <a:noFill/>
          </a:ln>
        </p:spPr>
        <p:txBody>
          <a:bodyPr spcFirstLastPara="1" wrap="square" lIns="91425" tIns="45700" rIns="91425" bIns="45700" anchor="b" anchorCtr="0">
            <a:normAutofit/>
          </a:bodyPr>
          <a:lstStyle>
            <a:lvl1pPr lvl="0" algn="r">
              <a:lnSpc>
                <a:spcPct val="89000"/>
              </a:lnSpc>
              <a:spcBef>
                <a:spcPts val="0"/>
              </a:spcBef>
              <a:spcAft>
                <a:spcPts val="0"/>
              </a:spcAft>
              <a:buClr>
                <a:schemeClr val="lt2"/>
              </a:buClr>
              <a:buSzPts val="7200"/>
              <a:buFont typeface="Libre Franklin"/>
              <a:buNone/>
              <a:defRPr sz="7200" cap="none">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body" idx="1"/>
          </p:nvPr>
        </p:nvSpPr>
        <p:spPr>
          <a:xfrm>
            <a:off x="765025" y="4216328"/>
            <a:ext cx="9612971" cy="1143324"/>
          </a:xfrm>
          <a:prstGeom prst="rect">
            <a:avLst/>
          </a:prstGeom>
          <a:noFill/>
          <a:ln>
            <a:noFill/>
          </a:ln>
        </p:spPr>
        <p:txBody>
          <a:bodyPr spcFirstLastPara="1" wrap="square" lIns="91425" tIns="45700" rIns="91425" bIns="45700" anchor="t" anchorCtr="0">
            <a:normAutofit/>
          </a:bodyPr>
          <a:lstStyle>
            <a:lvl1pPr marL="457200" lvl="0" indent="-228600" algn="r">
              <a:lnSpc>
                <a:spcPct val="112000"/>
              </a:lnSpc>
              <a:spcBef>
                <a:spcPts val="0"/>
              </a:spcBef>
              <a:spcAft>
                <a:spcPts val="0"/>
              </a:spcAft>
              <a:buClr>
                <a:schemeClr val="lt2"/>
              </a:buClr>
              <a:buSzPts val="2400"/>
              <a:buNone/>
              <a:defRPr sz="2400">
                <a:solidFill>
                  <a:schemeClr val="lt2"/>
                </a:solidFill>
              </a:defRPr>
            </a:lvl1pPr>
            <a:lvl2pPr marL="914400" lvl="1" indent="-228600" algn="l">
              <a:lnSpc>
                <a:spcPct val="94000"/>
              </a:lnSpc>
              <a:spcBef>
                <a:spcPts val="500"/>
              </a:spcBef>
              <a:spcAft>
                <a:spcPts val="0"/>
              </a:spcAft>
              <a:buClr>
                <a:schemeClr val="lt1"/>
              </a:buClr>
              <a:buSzPts val="2000"/>
              <a:buNone/>
              <a:defRPr sz="2000">
                <a:solidFill>
                  <a:schemeClr val="lt1"/>
                </a:solidFill>
              </a:defRPr>
            </a:lvl2pPr>
            <a:lvl3pPr marL="1371600" lvl="2" indent="-228600" algn="l">
              <a:lnSpc>
                <a:spcPct val="94000"/>
              </a:lnSpc>
              <a:spcBef>
                <a:spcPts val="500"/>
              </a:spcBef>
              <a:spcAft>
                <a:spcPts val="0"/>
              </a:spcAft>
              <a:buClr>
                <a:schemeClr val="lt1"/>
              </a:buClr>
              <a:buSzPts val="1800"/>
              <a:buNone/>
              <a:defRPr sz="1800">
                <a:solidFill>
                  <a:schemeClr val="lt1"/>
                </a:solidFill>
              </a:defRPr>
            </a:lvl3pPr>
            <a:lvl4pPr marL="1828800" lvl="3" indent="-228600" algn="l">
              <a:lnSpc>
                <a:spcPct val="94000"/>
              </a:lnSpc>
              <a:spcBef>
                <a:spcPts val="500"/>
              </a:spcBef>
              <a:spcAft>
                <a:spcPts val="0"/>
              </a:spcAft>
              <a:buClr>
                <a:schemeClr val="lt1"/>
              </a:buClr>
              <a:buSzPts val="1600"/>
              <a:buNone/>
              <a:defRPr sz="1600">
                <a:solidFill>
                  <a:schemeClr val="lt1"/>
                </a:solidFill>
              </a:defRPr>
            </a:lvl4pPr>
            <a:lvl5pPr marL="2286000" lvl="4" indent="-228600" algn="l">
              <a:lnSpc>
                <a:spcPct val="94000"/>
              </a:lnSpc>
              <a:spcBef>
                <a:spcPts val="500"/>
              </a:spcBef>
              <a:spcAft>
                <a:spcPts val="0"/>
              </a:spcAft>
              <a:buClr>
                <a:schemeClr val="lt1"/>
              </a:buClr>
              <a:buSzPts val="1600"/>
              <a:buNone/>
              <a:defRPr sz="1600">
                <a:solidFill>
                  <a:schemeClr val="lt1"/>
                </a:solidFill>
              </a:defRPr>
            </a:lvl5pPr>
            <a:lvl6pPr marL="2743200" lvl="5" indent="-228600" algn="l">
              <a:lnSpc>
                <a:spcPct val="94000"/>
              </a:lnSpc>
              <a:spcBef>
                <a:spcPts val="500"/>
              </a:spcBef>
              <a:spcAft>
                <a:spcPts val="0"/>
              </a:spcAft>
              <a:buClr>
                <a:schemeClr val="lt1"/>
              </a:buClr>
              <a:buSzPts val="1600"/>
              <a:buNone/>
              <a:defRPr sz="1600">
                <a:solidFill>
                  <a:schemeClr val="lt1"/>
                </a:solidFill>
              </a:defRPr>
            </a:lvl6pPr>
            <a:lvl7pPr marL="3200400" lvl="6" indent="-228600" algn="l">
              <a:lnSpc>
                <a:spcPct val="94000"/>
              </a:lnSpc>
              <a:spcBef>
                <a:spcPts val="500"/>
              </a:spcBef>
              <a:spcAft>
                <a:spcPts val="0"/>
              </a:spcAft>
              <a:buClr>
                <a:schemeClr val="lt1"/>
              </a:buClr>
              <a:buSzPts val="1600"/>
              <a:buNone/>
              <a:defRPr sz="1600">
                <a:solidFill>
                  <a:schemeClr val="lt1"/>
                </a:solidFill>
              </a:defRPr>
            </a:lvl7pPr>
            <a:lvl8pPr marL="3657600" lvl="7" indent="-228600" algn="l">
              <a:lnSpc>
                <a:spcPct val="94000"/>
              </a:lnSpc>
              <a:spcBef>
                <a:spcPts val="500"/>
              </a:spcBef>
              <a:spcAft>
                <a:spcPts val="0"/>
              </a:spcAft>
              <a:buClr>
                <a:schemeClr val="lt1"/>
              </a:buClr>
              <a:buSzPts val="1600"/>
              <a:buNone/>
              <a:defRPr sz="1600">
                <a:solidFill>
                  <a:schemeClr val="lt1"/>
                </a:solidFill>
              </a:defRPr>
            </a:lvl8pPr>
            <a:lvl9pPr marL="4114800" lvl="8" indent="-228600" algn="l">
              <a:lnSpc>
                <a:spcPct val="94000"/>
              </a:lnSpc>
              <a:spcBef>
                <a:spcPts val="500"/>
              </a:spcBef>
              <a:spcAft>
                <a:spcPts val="200"/>
              </a:spcAft>
              <a:buClr>
                <a:schemeClr val="lt1"/>
              </a:buClr>
              <a:buSzPts val="1600"/>
              <a:buNone/>
              <a:defRPr sz="1600">
                <a:solidFill>
                  <a:schemeClr val="lt1"/>
                </a:solidFill>
              </a:defRPr>
            </a:lvl9pPr>
          </a:lstStyle>
          <a:p>
            <a:endParaRPr/>
          </a:p>
        </p:txBody>
      </p:sp>
      <p:sp>
        <p:nvSpPr>
          <p:cNvPr id="50" name="Google Shape;50;p20"/>
          <p:cNvSpPr txBox="1">
            <a:spLocks noGrp="1"/>
          </p:cNvSpPr>
          <p:nvPr>
            <p:ph type="dt" idx="10"/>
          </p:nvPr>
        </p:nvSpPr>
        <p:spPr>
          <a:xfrm>
            <a:off x="738908" y="6453386"/>
            <a:ext cx="1622409"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ftr" idx="11"/>
          </p:nvPr>
        </p:nvSpPr>
        <p:spPr>
          <a:xfrm>
            <a:off x="2584312" y="6453386"/>
            <a:ext cx="7023377" cy="40461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0"/>
          <p:cNvSpPr txBox="1">
            <a:spLocks noGrp="1"/>
          </p:cNvSpPr>
          <p:nvPr>
            <p:ph type="sldNum" idx="12"/>
          </p:nvPr>
        </p:nvSpPr>
        <p:spPr>
          <a:xfrm>
            <a:off x="9830683"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53" name="Google Shape;53;p20" title="Crop Mark"/>
          <p:cNvSpPr/>
          <p:nvPr/>
        </p:nvSpPr>
        <p:spPr>
          <a:xfrm>
            <a:off x="8151962" y="1685652"/>
            <a:ext cx="3275013" cy="4408488"/>
          </a:xfrm>
          <a:custGeom>
            <a:avLst/>
            <a:gdLst/>
            <a:ahLst/>
            <a:cxnLst/>
            <a:rect l="l" t="t" r="r" b="b"/>
            <a:pathLst>
              <a:path w="4125" h="5554" extrusionOk="0">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body" idx="1"/>
          </p:nvPr>
        </p:nvSpPr>
        <p:spPr>
          <a:xfrm>
            <a:off x="1371600" y="2340864"/>
            <a:ext cx="4443984" cy="823912"/>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3000"/>
              <a:buNone/>
              <a:defRPr sz="3000" b="0">
                <a:solidFill>
                  <a:schemeClr val="dk2"/>
                </a:solidFill>
              </a:defRPr>
            </a:lvl1pPr>
            <a:lvl2pPr marL="914400" lvl="1" indent="-228600" algn="l">
              <a:lnSpc>
                <a:spcPct val="94000"/>
              </a:lnSpc>
              <a:spcBef>
                <a:spcPts val="500"/>
              </a:spcBef>
              <a:spcAft>
                <a:spcPts val="0"/>
              </a:spcAft>
              <a:buClr>
                <a:schemeClr val="dk2"/>
              </a:buClr>
              <a:buSzPts val="2000"/>
              <a:buNone/>
              <a:defRPr sz="2000" b="1"/>
            </a:lvl2pPr>
            <a:lvl3pPr marL="1371600" lvl="2" indent="-228600" algn="l">
              <a:lnSpc>
                <a:spcPct val="94000"/>
              </a:lnSpc>
              <a:spcBef>
                <a:spcPts val="500"/>
              </a:spcBef>
              <a:spcAft>
                <a:spcPts val="0"/>
              </a:spcAft>
              <a:buClr>
                <a:schemeClr val="dk2"/>
              </a:buClr>
              <a:buSzPts val="1800"/>
              <a:buNone/>
              <a:defRPr sz="1800" b="1"/>
            </a:lvl3pPr>
            <a:lvl4pPr marL="1828800" lvl="3" indent="-228600" algn="l">
              <a:lnSpc>
                <a:spcPct val="94000"/>
              </a:lnSpc>
              <a:spcBef>
                <a:spcPts val="500"/>
              </a:spcBef>
              <a:spcAft>
                <a:spcPts val="0"/>
              </a:spcAft>
              <a:buClr>
                <a:schemeClr val="dk2"/>
              </a:buClr>
              <a:buSzPts val="1600"/>
              <a:buNone/>
              <a:defRPr sz="1600" b="1"/>
            </a:lvl4pPr>
            <a:lvl5pPr marL="2286000" lvl="4" indent="-228600" algn="l">
              <a:lnSpc>
                <a:spcPct val="94000"/>
              </a:lnSpc>
              <a:spcBef>
                <a:spcPts val="500"/>
              </a:spcBef>
              <a:spcAft>
                <a:spcPts val="0"/>
              </a:spcAft>
              <a:buClr>
                <a:schemeClr val="dk2"/>
              </a:buClr>
              <a:buSzPts val="1600"/>
              <a:buNone/>
              <a:defRPr sz="1600" b="1"/>
            </a:lvl5pPr>
            <a:lvl6pPr marL="2743200" lvl="5" indent="-228600" algn="l">
              <a:lnSpc>
                <a:spcPct val="94000"/>
              </a:lnSpc>
              <a:spcBef>
                <a:spcPts val="500"/>
              </a:spcBef>
              <a:spcAft>
                <a:spcPts val="0"/>
              </a:spcAft>
              <a:buClr>
                <a:schemeClr val="dk2"/>
              </a:buClr>
              <a:buSzPts val="1600"/>
              <a:buNone/>
              <a:defRPr sz="1600" b="1"/>
            </a:lvl6pPr>
            <a:lvl7pPr marL="3200400" lvl="6" indent="-228600" algn="l">
              <a:lnSpc>
                <a:spcPct val="94000"/>
              </a:lnSpc>
              <a:spcBef>
                <a:spcPts val="500"/>
              </a:spcBef>
              <a:spcAft>
                <a:spcPts val="0"/>
              </a:spcAft>
              <a:buClr>
                <a:schemeClr val="dk2"/>
              </a:buClr>
              <a:buSzPts val="1600"/>
              <a:buNone/>
              <a:defRPr sz="1600" b="1"/>
            </a:lvl7pPr>
            <a:lvl8pPr marL="3657600" lvl="7" indent="-228600" algn="l">
              <a:lnSpc>
                <a:spcPct val="94000"/>
              </a:lnSpc>
              <a:spcBef>
                <a:spcPts val="500"/>
              </a:spcBef>
              <a:spcAft>
                <a:spcPts val="0"/>
              </a:spcAft>
              <a:buClr>
                <a:schemeClr val="dk2"/>
              </a:buClr>
              <a:buSzPts val="1600"/>
              <a:buNone/>
              <a:defRPr sz="1600" b="1"/>
            </a:lvl8pPr>
            <a:lvl9pPr marL="4114800" lvl="8" indent="-228600" algn="l">
              <a:lnSpc>
                <a:spcPct val="94000"/>
              </a:lnSpc>
              <a:spcBef>
                <a:spcPts val="500"/>
              </a:spcBef>
              <a:spcAft>
                <a:spcPts val="200"/>
              </a:spcAft>
              <a:buClr>
                <a:schemeClr val="dk2"/>
              </a:buClr>
              <a:buSzPts val="1600"/>
              <a:buNone/>
              <a:defRPr sz="1600" b="1"/>
            </a:lvl9pPr>
          </a:lstStyle>
          <a:p>
            <a:endParaRPr/>
          </a:p>
        </p:txBody>
      </p:sp>
      <p:sp>
        <p:nvSpPr>
          <p:cNvPr id="57" name="Google Shape;57;p21"/>
          <p:cNvSpPr txBox="1">
            <a:spLocks noGrp="1"/>
          </p:cNvSpPr>
          <p:nvPr>
            <p:ph type="body" idx="2"/>
          </p:nvPr>
        </p:nvSpPr>
        <p:spPr>
          <a:xfrm>
            <a:off x="1371600" y="3305207"/>
            <a:ext cx="4443984" cy="2562193"/>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58" name="Google Shape;58;p21"/>
          <p:cNvSpPr txBox="1">
            <a:spLocks noGrp="1"/>
          </p:cNvSpPr>
          <p:nvPr>
            <p:ph type="body" idx="3"/>
          </p:nvPr>
        </p:nvSpPr>
        <p:spPr>
          <a:xfrm>
            <a:off x="6525014" y="2340864"/>
            <a:ext cx="4443984" cy="823912"/>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3000"/>
              <a:buNone/>
              <a:defRPr sz="3000" b="0">
                <a:solidFill>
                  <a:schemeClr val="dk2"/>
                </a:solidFill>
              </a:defRPr>
            </a:lvl1pPr>
            <a:lvl2pPr marL="914400" lvl="1" indent="-228600" algn="l">
              <a:lnSpc>
                <a:spcPct val="94000"/>
              </a:lnSpc>
              <a:spcBef>
                <a:spcPts val="500"/>
              </a:spcBef>
              <a:spcAft>
                <a:spcPts val="0"/>
              </a:spcAft>
              <a:buClr>
                <a:schemeClr val="dk2"/>
              </a:buClr>
              <a:buSzPts val="2000"/>
              <a:buNone/>
              <a:defRPr sz="2000" b="1"/>
            </a:lvl2pPr>
            <a:lvl3pPr marL="1371600" lvl="2" indent="-228600" algn="l">
              <a:lnSpc>
                <a:spcPct val="94000"/>
              </a:lnSpc>
              <a:spcBef>
                <a:spcPts val="500"/>
              </a:spcBef>
              <a:spcAft>
                <a:spcPts val="0"/>
              </a:spcAft>
              <a:buClr>
                <a:schemeClr val="dk2"/>
              </a:buClr>
              <a:buSzPts val="1800"/>
              <a:buNone/>
              <a:defRPr sz="1800" b="1"/>
            </a:lvl3pPr>
            <a:lvl4pPr marL="1828800" lvl="3" indent="-228600" algn="l">
              <a:lnSpc>
                <a:spcPct val="94000"/>
              </a:lnSpc>
              <a:spcBef>
                <a:spcPts val="500"/>
              </a:spcBef>
              <a:spcAft>
                <a:spcPts val="0"/>
              </a:spcAft>
              <a:buClr>
                <a:schemeClr val="dk2"/>
              </a:buClr>
              <a:buSzPts val="1600"/>
              <a:buNone/>
              <a:defRPr sz="1600" b="1"/>
            </a:lvl4pPr>
            <a:lvl5pPr marL="2286000" lvl="4" indent="-228600" algn="l">
              <a:lnSpc>
                <a:spcPct val="94000"/>
              </a:lnSpc>
              <a:spcBef>
                <a:spcPts val="500"/>
              </a:spcBef>
              <a:spcAft>
                <a:spcPts val="0"/>
              </a:spcAft>
              <a:buClr>
                <a:schemeClr val="dk2"/>
              </a:buClr>
              <a:buSzPts val="1600"/>
              <a:buNone/>
              <a:defRPr sz="1600" b="1"/>
            </a:lvl5pPr>
            <a:lvl6pPr marL="2743200" lvl="5" indent="-228600" algn="l">
              <a:lnSpc>
                <a:spcPct val="94000"/>
              </a:lnSpc>
              <a:spcBef>
                <a:spcPts val="500"/>
              </a:spcBef>
              <a:spcAft>
                <a:spcPts val="0"/>
              </a:spcAft>
              <a:buClr>
                <a:schemeClr val="dk2"/>
              </a:buClr>
              <a:buSzPts val="1600"/>
              <a:buNone/>
              <a:defRPr sz="1600" b="1"/>
            </a:lvl6pPr>
            <a:lvl7pPr marL="3200400" lvl="6" indent="-228600" algn="l">
              <a:lnSpc>
                <a:spcPct val="94000"/>
              </a:lnSpc>
              <a:spcBef>
                <a:spcPts val="500"/>
              </a:spcBef>
              <a:spcAft>
                <a:spcPts val="0"/>
              </a:spcAft>
              <a:buClr>
                <a:schemeClr val="dk2"/>
              </a:buClr>
              <a:buSzPts val="1600"/>
              <a:buNone/>
              <a:defRPr sz="1600" b="1"/>
            </a:lvl7pPr>
            <a:lvl8pPr marL="3657600" lvl="7" indent="-228600" algn="l">
              <a:lnSpc>
                <a:spcPct val="94000"/>
              </a:lnSpc>
              <a:spcBef>
                <a:spcPts val="500"/>
              </a:spcBef>
              <a:spcAft>
                <a:spcPts val="0"/>
              </a:spcAft>
              <a:buClr>
                <a:schemeClr val="dk2"/>
              </a:buClr>
              <a:buSzPts val="1600"/>
              <a:buNone/>
              <a:defRPr sz="1600" b="1"/>
            </a:lvl8pPr>
            <a:lvl9pPr marL="4114800" lvl="8" indent="-228600" algn="l">
              <a:lnSpc>
                <a:spcPct val="94000"/>
              </a:lnSpc>
              <a:spcBef>
                <a:spcPts val="500"/>
              </a:spcBef>
              <a:spcAft>
                <a:spcPts val="200"/>
              </a:spcAft>
              <a:buClr>
                <a:schemeClr val="dk2"/>
              </a:buClr>
              <a:buSzPts val="1600"/>
              <a:buNone/>
              <a:defRPr sz="1600" b="1"/>
            </a:lvl9pPr>
          </a:lstStyle>
          <a:p>
            <a:endParaRPr/>
          </a:p>
        </p:txBody>
      </p:sp>
      <p:sp>
        <p:nvSpPr>
          <p:cNvPr id="59" name="Google Shape;59;p21"/>
          <p:cNvSpPr txBox="1">
            <a:spLocks noGrp="1"/>
          </p:cNvSpPr>
          <p:nvPr>
            <p:ph type="body" idx="4"/>
          </p:nvPr>
        </p:nvSpPr>
        <p:spPr>
          <a:xfrm>
            <a:off x="6525014" y="3305207"/>
            <a:ext cx="4443984" cy="2562193"/>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60" name="Google Shape;60;p21"/>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1"/>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1"/>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3"/>
        <p:cNvGrpSpPr/>
        <p:nvPr/>
      </p:nvGrpSpPr>
      <p:grpSpPr>
        <a:xfrm>
          <a:off x="0" y="0"/>
          <a:ext cx="0" cy="0"/>
          <a:chOff x="0" y="0"/>
          <a:chExt cx="0" cy="0"/>
        </a:xfrm>
      </p:grpSpPr>
      <p:sp>
        <p:nvSpPr>
          <p:cNvPr id="64" name="Google Shape;64;p22" title="Background Shape"/>
          <p:cNvSpPr/>
          <p:nvPr/>
        </p:nvSpPr>
        <p:spPr>
          <a:xfrm>
            <a:off x="0" y="376"/>
            <a:ext cx="5303520" cy="6857624"/>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22"/>
          <p:cNvSpPr txBox="1">
            <a:spLocks noGrp="1"/>
          </p:cNvSpPr>
          <p:nvPr>
            <p:ph type="title"/>
          </p:nvPr>
        </p:nvSpPr>
        <p:spPr>
          <a:xfrm>
            <a:off x="723900" y="685800"/>
            <a:ext cx="3855720" cy="2157884"/>
          </a:xfrm>
          <a:prstGeom prst="rect">
            <a:avLst/>
          </a:prstGeom>
          <a:noFill/>
          <a:ln>
            <a:noFill/>
          </a:ln>
        </p:spPr>
        <p:txBody>
          <a:bodyPr spcFirstLastPara="1" wrap="square" lIns="91425" tIns="45700" rIns="91425" bIns="45700" anchor="t" anchorCtr="0">
            <a:noAutofit/>
          </a:bodyPr>
          <a:lstStyle>
            <a:lvl1pPr lvl="0" algn="l">
              <a:lnSpc>
                <a:spcPct val="84000"/>
              </a:lnSpc>
              <a:spcBef>
                <a:spcPts val="0"/>
              </a:spcBef>
              <a:spcAft>
                <a:spcPts val="0"/>
              </a:spcAft>
              <a:buClr>
                <a:schemeClr val="dk2"/>
              </a:buClr>
              <a:buSzPts val="4800"/>
              <a:buFont typeface="Libre Franklin"/>
              <a:buNone/>
              <a:defRPr sz="48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2"/>
          <p:cNvSpPr txBox="1">
            <a:spLocks noGrp="1"/>
          </p:cNvSpPr>
          <p:nvPr>
            <p:ph type="body" idx="1"/>
          </p:nvPr>
        </p:nvSpPr>
        <p:spPr>
          <a:xfrm>
            <a:off x="6256020" y="685801"/>
            <a:ext cx="5212080" cy="5175250"/>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sz="2000"/>
            </a:lvl1pPr>
            <a:lvl2pPr marL="914400" lvl="1" indent="-355600" algn="l">
              <a:lnSpc>
                <a:spcPct val="94000"/>
              </a:lnSpc>
              <a:spcBef>
                <a:spcPts val="500"/>
              </a:spcBef>
              <a:spcAft>
                <a:spcPts val="0"/>
              </a:spcAft>
              <a:buClr>
                <a:schemeClr val="dk2"/>
              </a:buClr>
              <a:buSzPts val="2000"/>
              <a:buChar char="–"/>
              <a:defRPr sz="2000"/>
            </a:lvl2pPr>
            <a:lvl3pPr marL="1371600" lvl="2" indent="-342900" algn="l">
              <a:lnSpc>
                <a:spcPct val="94000"/>
              </a:lnSpc>
              <a:spcBef>
                <a:spcPts val="500"/>
              </a:spcBef>
              <a:spcAft>
                <a:spcPts val="0"/>
              </a:spcAft>
              <a:buClr>
                <a:schemeClr val="dk2"/>
              </a:buClr>
              <a:buSzPts val="1800"/>
              <a:buChar char="■"/>
              <a:defRPr sz="1800"/>
            </a:lvl3pPr>
            <a:lvl4pPr marL="1828800" lvl="3" indent="-342900" algn="l">
              <a:lnSpc>
                <a:spcPct val="94000"/>
              </a:lnSpc>
              <a:spcBef>
                <a:spcPts val="500"/>
              </a:spcBef>
              <a:spcAft>
                <a:spcPts val="0"/>
              </a:spcAft>
              <a:buClr>
                <a:schemeClr val="dk2"/>
              </a:buClr>
              <a:buSzPts val="1800"/>
              <a:buChar char="–"/>
              <a:defRPr sz="1800"/>
            </a:lvl4pPr>
            <a:lvl5pPr marL="2286000" lvl="4" indent="-330200" algn="l">
              <a:lnSpc>
                <a:spcPct val="94000"/>
              </a:lnSpc>
              <a:spcBef>
                <a:spcPts val="500"/>
              </a:spcBef>
              <a:spcAft>
                <a:spcPts val="0"/>
              </a:spcAft>
              <a:buClr>
                <a:schemeClr val="dk2"/>
              </a:buClr>
              <a:buSzPts val="1600"/>
              <a:buChar char="■"/>
              <a:defRPr sz="1600"/>
            </a:lvl5pPr>
            <a:lvl6pPr marL="2743200" lvl="5" indent="-330200" algn="l">
              <a:lnSpc>
                <a:spcPct val="94000"/>
              </a:lnSpc>
              <a:spcBef>
                <a:spcPts val="500"/>
              </a:spcBef>
              <a:spcAft>
                <a:spcPts val="0"/>
              </a:spcAft>
              <a:buClr>
                <a:schemeClr val="dk2"/>
              </a:buClr>
              <a:buSzPts val="1600"/>
              <a:buChar char="–"/>
              <a:defRPr sz="1600"/>
            </a:lvl6pPr>
            <a:lvl7pPr marL="3200400" lvl="6" indent="-330200" algn="l">
              <a:lnSpc>
                <a:spcPct val="94000"/>
              </a:lnSpc>
              <a:spcBef>
                <a:spcPts val="500"/>
              </a:spcBef>
              <a:spcAft>
                <a:spcPts val="0"/>
              </a:spcAft>
              <a:buClr>
                <a:schemeClr val="dk2"/>
              </a:buClr>
              <a:buSzPts val="1600"/>
              <a:buChar char="■"/>
              <a:defRPr sz="1600"/>
            </a:lvl7pPr>
            <a:lvl8pPr marL="3657600" lvl="7" indent="-330200" algn="l">
              <a:lnSpc>
                <a:spcPct val="94000"/>
              </a:lnSpc>
              <a:spcBef>
                <a:spcPts val="500"/>
              </a:spcBef>
              <a:spcAft>
                <a:spcPts val="0"/>
              </a:spcAft>
              <a:buClr>
                <a:schemeClr val="dk2"/>
              </a:buClr>
              <a:buSzPts val="1600"/>
              <a:buChar char="–"/>
              <a:defRPr sz="1600"/>
            </a:lvl8pPr>
            <a:lvl9pPr marL="4114800" lvl="8" indent="-330200" algn="l">
              <a:lnSpc>
                <a:spcPct val="94000"/>
              </a:lnSpc>
              <a:spcBef>
                <a:spcPts val="500"/>
              </a:spcBef>
              <a:spcAft>
                <a:spcPts val="200"/>
              </a:spcAft>
              <a:buClr>
                <a:schemeClr val="dk2"/>
              </a:buClr>
              <a:buSzPts val="1600"/>
              <a:buChar char="■"/>
              <a:defRPr sz="1600"/>
            </a:lvl9pPr>
          </a:lstStyle>
          <a:p>
            <a:endParaRPr/>
          </a:p>
        </p:txBody>
      </p:sp>
      <p:sp>
        <p:nvSpPr>
          <p:cNvPr id="67" name="Google Shape;67;p22"/>
          <p:cNvSpPr txBox="1">
            <a:spLocks noGrp="1"/>
          </p:cNvSpPr>
          <p:nvPr>
            <p:ph type="body" idx="2"/>
          </p:nvPr>
        </p:nvSpPr>
        <p:spPr>
          <a:xfrm>
            <a:off x="723900" y="2856344"/>
            <a:ext cx="3855720" cy="3011056"/>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600"/>
              <a:buNone/>
              <a:defRPr sz="1600"/>
            </a:lvl1pPr>
            <a:lvl2pPr marL="914400" lvl="1" indent="-228600" algn="l">
              <a:lnSpc>
                <a:spcPct val="94000"/>
              </a:lnSpc>
              <a:spcBef>
                <a:spcPts val="1500"/>
              </a:spcBef>
              <a:spcAft>
                <a:spcPts val="0"/>
              </a:spcAft>
              <a:buClr>
                <a:schemeClr val="dk2"/>
              </a:buClr>
              <a:buSzPts val="1400"/>
              <a:buNone/>
              <a:defRPr sz="1400"/>
            </a:lvl2pPr>
            <a:lvl3pPr marL="1371600" lvl="2" indent="-228600" algn="l">
              <a:lnSpc>
                <a:spcPct val="94000"/>
              </a:lnSpc>
              <a:spcBef>
                <a:spcPts val="500"/>
              </a:spcBef>
              <a:spcAft>
                <a:spcPts val="0"/>
              </a:spcAft>
              <a:buClr>
                <a:schemeClr val="dk2"/>
              </a:buClr>
              <a:buSzPts val="1200"/>
              <a:buNone/>
              <a:defRPr sz="1200"/>
            </a:lvl3pPr>
            <a:lvl4pPr marL="1828800" lvl="3" indent="-228600" algn="l">
              <a:lnSpc>
                <a:spcPct val="94000"/>
              </a:lnSpc>
              <a:spcBef>
                <a:spcPts val="500"/>
              </a:spcBef>
              <a:spcAft>
                <a:spcPts val="0"/>
              </a:spcAft>
              <a:buClr>
                <a:schemeClr val="dk2"/>
              </a:buClr>
              <a:buSzPts val="1000"/>
              <a:buNone/>
              <a:defRPr sz="1000"/>
            </a:lvl4pPr>
            <a:lvl5pPr marL="2286000" lvl="4" indent="-228600" algn="l">
              <a:lnSpc>
                <a:spcPct val="94000"/>
              </a:lnSpc>
              <a:spcBef>
                <a:spcPts val="500"/>
              </a:spcBef>
              <a:spcAft>
                <a:spcPts val="0"/>
              </a:spcAft>
              <a:buClr>
                <a:schemeClr val="dk2"/>
              </a:buClr>
              <a:buSzPts val="1000"/>
              <a:buNone/>
              <a:defRPr sz="1000"/>
            </a:lvl5pPr>
            <a:lvl6pPr marL="2743200" lvl="5" indent="-228600" algn="l">
              <a:lnSpc>
                <a:spcPct val="94000"/>
              </a:lnSpc>
              <a:spcBef>
                <a:spcPts val="500"/>
              </a:spcBef>
              <a:spcAft>
                <a:spcPts val="0"/>
              </a:spcAft>
              <a:buClr>
                <a:schemeClr val="dk2"/>
              </a:buClr>
              <a:buSzPts val="1000"/>
              <a:buNone/>
              <a:defRPr sz="1000"/>
            </a:lvl6pPr>
            <a:lvl7pPr marL="3200400" lvl="6" indent="-228600" algn="l">
              <a:lnSpc>
                <a:spcPct val="94000"/>
              </a:lnSpc>
              <a:spcBef>
                <a:spcPts val="500"/>
              </a:spcBef>
              <a:spcAft>
                <a:spcPts val="0"/>
              </a:spcAft>
              <a:buClr>
                <a:schemeClr val="dk2"/>
              </a:buClr>
              <a:buSzPts val="1000"/>
              <a:buNone/>
              <a:defRPr sz="1000"/>
            </a:lvl7pPr>
            <a:lvl8pPr marL="3657600" lvl="7" indent="-228600" algn="l">
              <a:lnSpc>
                <a:spcPct val="94000"/>
              </a:lnSpc>
              <a:spcBef>
                <a:spcPts val="500"/>
              </a:spcBef>
              <a:spcAft>
                <a:spcPts val="0"/>
              </a:spcAft>
              <a:buClr>
                <a:schemeClr val="dk2"/>
              </a:buClr>
              <a:buSzPts val="1000"/>
              <a:buNone/>
              <a:defRPr sz="1000"/>
            </a:lvl8pPr>
            <a:lvl9pPr marL="4114800" lvl="8" indent="-228600" algn="l">
              <a:lnSpc>
                <a:spcPct val="94000"/>
              </a:lnSpc>
              <a:spcBef>
                <a:spcPts val="500"/>
              </a:spcBef>
              <a:spcAft>
                <a:spcPts val="200"/>
              </a:spcAft>
              <a:buClr>
                <a:schemeClr val="dk2"/>
              </a:buClr>
              <a:buSzPts val="1000"/>
              <a:buNone/>
              <a:defRPr sz="1000"/>
            </a:lvl9pPr>
          </a:lstStyle>
          <a:p>
            <a:endParaRPr/>
          </a:p>
        </p:txBody>
      </p:sp>
      <p:sp>
        <p:nvSpPr>
          <p:cNvPr id="68" name="Google Shape;68;p22"/>
          <p:cNvSpPr txBox="1">
            <a:spLocks noGrp="1"/>
          </p:cNvSpPr>
          <p:nvPr>
            <p:ph type="dt" idx="10"/>
          </p:nvPr>
        </p:nvSpPr>
        <p:spPr>
          <a:xfrm>
            <a:off x="72390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2"/>
          <p:cNvSpPr txBox="1">
            <a:spLocks noGrp="1"/>
          </p:cNvSpPr>
          <p:nvPr>
            <p:ph type="ftr" idx="11"/>
          </p:nvPr>
        </p:nvSpPr>
        <p:spPr>
          <a:xfrm>
            <a:off x="2205945" y="6453386"/>
            <a:ext cx="2373675"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sldNum" idx="12"/>
          </p:nvPr>
        </p:nvSpPr>
        <p:spPr>
          <a:xfrm>
            <a:off x="9883140"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71" name="Google Shape;71;p22" title="Divider Bar"/>
          <p:cNvSpPr/>
          <p:nvPr/>
        </p:nvSpPr>
        <p:spPr>
          <a:xfrm>
            <a:off x="5303520"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2"/>
        <p:cNvGrpSpPr/>
        <p:nvPr/>
      </p:nvGrpSpPr>
      <p:grpSpPr>
        <a:xfrm>
          <a:off x="0" y="0"/>
          <a:ext cx="0" cy="0"/>
          <a:chOff x="0" y="0"/>
          <a:chExt cx="0" cy="0"/>
        </a:xfrm>
      </p:grpSpPr>
      <p:sp>
        <p:nvSpPr>
          <p:cNvPr id="73" name="Google Shape;73;p23" title="Background Shape"/>
          <p:cNvSpPr/>
          <p:nvPr/>
        </p:nvSpPr>
        <p:spPr>
          <a:xfrm>
            <a:off x="0" y="376"/>
            <a:ext cx="5303520" cy="6857624"/>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23"/>
          <p:cNvSpPr txBox="1">
            <a:spLocks noGrp="1"/>
          </p:cNvSpPr>
          <p:nvPr>
            <p:ph type="title"/>
          </p:nvPr>
        </p:nvSpPr>
        <p:spPr>
          <a:xfrm>
            <a:off x="723900" y="685800"/>
            <a:ext cx="3855720" cy="2157884"/>
          </a:xfrm>
          <a:prstGeom prst="rect">
            <a:avLst/>
          </a:prstGeom>
          <a:noFill/>
          <a:ln>
            <a:noFill/>
          </a:ln>
        </p:spPr>
        <p:txBody>
          <a:bodyPr spcFirstLastPara="1" wrap="square" lIns="91425" tIns="45700" rIns="91425" bIns="45700" anchor="t" anchorCtr="0">
            <a:normAutofit/>
          </a:bodyPr>
          <a:lstStyle>
            <a:lvl1pPr lvl="0" algn="l">
              <a:lnSpc>
                <a:spcPct val="84000"/>
              </a:lnSpc>
              <a:spcBef>
                <a:spcPts val="0"/>
              </a:spcBef>
              <a:spcAft>
                <a:spcPts val="0"/>
              </a:spcAft>
              <a:buClr>
                <a:schemeClr val="dk2"/>
              </a:buClr>
              <a:buSzPts val="4800"/>
              <a:buFont typeface="Libre Franklin"/>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3"/>
          <p:cNvSpPr>
            <a:spLocks noGrp="1"/>
          </p:cNvSpPr>
          <p:nvPr>
            <p:ph type="pic" idx="2"/>
          </p:nvPr>
        </p:nvSpPr>
        <p:spPr>
          <a:xfrm>
            <a:off x="5532120" y="0"/>
            <a:ext cx="6659880" cy="6857999"/>
          </a:xfrm>
          <a:prstGeom prst="rect">
            <a:avLst/>
          </a:prstGeom>
          <a:noFill/>
          <a:ln>
            <a:noFill/>
          </a:ln>
        </p:spPr>
      </p:sp>
      <p:sp>
        <p:nvSpPr>
          <p:cNvPr id="76" name="Google Shape;76;p23"/>
          <p:cNvSpPr txBox="1">
            <a:spLocks noGrp="1"/>
          </p:cNvSpPr>
          <p:nvPr>
            <p:ph type="body" idx="1"/>
          </p:nvPr>
        </p:nvSpPr>
        <p:spPr>
          <a:xfrm>
            <a:off x="723900" y="2855968"/>
            <a:ext cx="3855720" cy="3011432"/>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600"/>
              <a:buNone/>
              <a:defRPr sz="1600"/>
            </a:lvl1pPr>
            <a:lvl2pPr marL="914400" lvl="1" indent="-228600" algn="l">
              <a:lnSpc>
                <a:spcPct val="94000"/>
              </a:lnSpc>
              <a:spcBef>
                <a:spcPts val="1500"/>
              </a:spcBef>
              <a:spcAft>
                <a:spcPts val="0"/>
              </a:spcAft>
              <a:buClr>
                <a:schemeClr val="dk2"/>
              </a:buClr>
              <a:buSzPts val="1400"/>
              <a:buNone/>
              <a:defRPr sz="1400"/>
            </a:lvl2pPr>
            <a:lvl3pPr marL="1371600" lvl="2" indent="-228600" algn="l">
              <a:lnSpc>
                <a:spcPct val="94000"/>
              </a:lnSpc>
              <a:spcBef>
                <a:spcPts val="500"/>
              </a:spcBef>
              <a:spcAft>
                <a:spcPts val="0"/>
              </a:spcAft>
              <a:buClr>
                <a:schemeClr val="dk2"/>
              </a:buClr>
              <a:buSzPts val="1200"/>
              <a:buNone/>
              <a:defRPr sz="1200"/>
            </a:lvl3pPr>
            <a:lvl4pPr marL="1828800" lvl="3" indent="-228600" algn="l">
              <a:lnSpc>
                <a:spcPct val="94000"/>
              </a:lnSpc>
              <a:spcBef>
                <a:spcPts val="500"/>
              </a:spcBef>
              <a:spcAft>
                <a:spcPts val="0"/>
              </a:spcAft>
              <a:buClr>
                <a:schemeClr val="dk2"/>
              </a:buClr>
              <a:buSzPts val="1000"/>
              <a:buNone/>
              <a:defRPr sz="1000"/>
            </a:lvl4pPr>
            <a:lvl5pPr marL="2286000" lvl="4" indent="-228600" algn="l">
              <a:lnSpc>
                <a:spcPct val="94000"/>
              </a:lnSpc>
              <a:spcBef>
                <a:spcPts val="500"/>
              </a:spcBef>
              <a:spcAft>
                <a:spcPts val="0"/>
              </a:spcAft>
              <a:buClr>
                <a:schemeClr val="dk2"/>
              </a:buClr>
              <a:buSzPts val="1000"/>
              <a:buNone/>
              <a:defRPr sz="1000"/>
            </a:lvl5pPr>
            <a:lvl6pPr marL="2743200" lvl="5" indent="-228600" algn="l">
              <a:lnSpc>
                <a:spcPct val="94000"/>
              </a:lnSpc>
              <a:spcBef>
                <a:spcPts val="500"/>
              </a:spcBef>
              <a:spcAft>
                <a:spcPts val="0"/>
              </a:spcAft>
              <a:buClr>
                <a:schemeClr val="dk2"/>
              </a:buClr>
              <a:buSzPts val="1000"/>
              <a:buNone/>
              <a:defRPr sz="1000"/>
            </a:lvl6pPr>
            <a:lvl7pPr marL="3200400" lvl="6" indent="-228600" algn="l">
              <a:lnSpc>
                <a:spcPct val="94000"/>
              </a:lnSpc>
              <a:spcBef>
                <a:spcPts val="500"/>
              </a:spcBef>
              <a:spcAft>
                <a:spcPts val="0"/>
              </a:spcAft>
              <a:buClr>
                <a:schemeClr val="dk2"/>
              </a:buClr>
              <a:buSzPts val="1000"/>
              <a:buNone/>
              <a:defRPr sz="1000"/>
            </a:lvl7pPr>
            <a:lvl8pPr marL="3657600" lvl="7" indent="-228600" algn="l">
              <a:lnSpc>
                <a:spcPct val="94000"/>
              </a:lnSpc>
              <a:spcBef>
                <a:spcPts val="500"/>
              </a:spcBef>
              <a:spcAft>
                <a:spcPts val="0"/>
              </a:spcAft>
              <a:buClr>
                <a:schemeClr val="dk2"/>
              </a:buClr>
              <a:buSzPts val="1000"/>
              <a:buNone/>
              <a:defRPr sz="1000"/>
            </a:lvl8pPr>
            <a:lvl9pPr marL="4114800" lvl="8" indent="-228600" algn="l">
              <a:lnSpc>
                <a:spcPct val="94000"/>
              </a:lnSpc>
              <a:spcBef>
                <a:spcPts val="500"/>
              </a:spcBef>
              <a:spcAft>
                <a:spcPts val="200"/>
              </a:spcAft>
              <a:buClr>
                <a:schemeClr val="dk2"/>
              </a:buClr>
              <a:buSzPts val="1000"/>
              <a:buNone/>
              <a:defRPr sz="1000"/>
            </a:lvl9pPr>
          </a:lstStyle>
          <a:p>
            <a:endParaRPr/>
          </a:p>
        </p:txBody>
      </p:sp>
      <p:sp>
        <p:nvSpPr>
          <p:cNvPr id="77" name="Google Shape;77;p23"/>
          <p:cNvSpPr txBox="1">
            <a:spLocks noGrp="1"/>
          </p:cNvSpPr>
          <p:nvPr>
            <p:ph type="dt" idx="10"/>
          </p:nvPr>
        </p:nvSpPr>
        <p:spPr>
          <a:xfrm>
            <a:off x="72390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2205945" y="6453386"/>
            <a:ext cx="2373675"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9883140"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80" name="Google Shape;80;p23" title="Divider Bar"/>
          <p:cNvSpPr/>
          <p:nvPr/>
        </p:nvSpPr>
        <p:spPr>
          <a:xfrm>
            <a:off x="5303520"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24"/>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4"/>
          <p:cNvSpPr txBox="1">
            <a:spLocks noGrp="1"/>
          </p:cNvSpPr>
          <p:nvPr>
            <p:ph type="body" idx="1"/>
          </p:nvPr>
        </p:nvSpPr>
        <p:spPr>
          <a:xfrm rot="5400000">
            <a:off x="4386263" y="-719137"/>
            <a:ext cx="3571875" cy="960120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84" name="Google Shape;84;p2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25"/>
          <p:cNvSpPr txBox="1">
            <a:spLocks noGrp="1"/>
          </p:cNvSpPr>
          <p:nvPr>
            <p:ph type="title"/>
          </p:nvPr>
        </p:nvSpPr>
        <p:spPr>
          <a:xfrm rot="5400000">
            <a:off x="7757822" y="2462895"/>
            <a:ext cx="5243244" cy="1565766"/>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5"/>
          <p:cNvSpPr txBox="1">
            <a:spLocks noGrp="1"/>
          </p:cNvSpPr>
          <p:nvPr>
            <p:ph type="body" idx="1"/>
          </p:nvPr>
        </p:nvSpPr>
        <p:spPr>
          <a:xfrm rot="5400000">
            <a:off x="2839799" y="-844042"/>
            <a:ext cx="5243244" cy="8179641"/>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90" name="Google Shape;90;p2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ETA Dark Title Slide 2">
  <p:cSld name="BETA Dark Title Slide 2">
    <p:bg>
      <p:bgPr>
        <a:solidFill>
          <a:srgbClr val="000000"/>
        </a:solidFill>
        <a:effectLst/>
      </p:bgPr>
    </p:bg>
    <p:spTree>
      <p:nvGrpSpPr>
        <p:cNvPr id="1" name="Shape 93"/>
        <p:cNvGrpSpPr/>
        <p:nvPr/>
      </p:nvGrpSpPr>
      <p:grpSpPr>
        <a:xfrm>
          <a:off x="0" y="0"/>
          <a:ext cx="0" cy="0"/>
          <a:chOff x="0" y="0"/>
          <a:chExt cx="0" cy="0"/>
        </a:xfrm>
      </p:grpSpPr>
      <p:pic>
        <p:nvPicPr>
          <p:cNvPr id="94" name="Google Shape;94;g31ddeff270a_0_983"/>
          <p:cNvPicPr preferRelativeResize="0"/>
          <p:nvPr/>
        </p:nvPicPr>
        <p:blipFill rotWithShape="1">
          <a:blip r:embed="rId2">
            <a:alphaModFix/>
          </a:blip>
          <a:srcRect/>
          <a:stretch/>
        </p:blipFill>
        <p:spPr>
          <a:xfrm>
            <a:off x="504" y="284"/>
            <a:ext cx="12329520" cy="6935355"/>
          </a:xfrm>
          <a:prstGeom prst="rect">
            <a:avLst/>
          </a:prstGeom>
          <a:noFill/>
          <a:ln>
            <a:noFill/>
          </a:ln>
        </p:spPr>
      </p:pic>
      <p:pic>
        <p:nvPicPr>
          <p:cNvPr id="95" name="Google Shape;95;g31ddeff270a_0_983"/>
          <p:cNvPicPr preferRelativeResize="0"/>
          <p:nvPr/>
        </p:nvPicPr>
        <p:blipFill rotWithShape="1">
          <a:blip r:embed="rId3">
            <a:alphaModFix/>
          </a:blip>
          <a:srcRect/>
          <a:stretch/>
        </p:blipFill>
        <p:spPr>
          <a:xfrm>
            <a:off x="10190389" y="6228019"/>
            <a:ext cx="1638075" cy="310064"/>
          </a:xfrm>
          <a:prstGeom prst="rect">
            <a:avLst/>
          </a:prstGeom>
          <a:noFill/>
          <a:ln>
            <a:noFill/>
          </a:ln>
        </p:spPr>
      </p:pic>
      <p:pic>
        <p:nvPicPr>
          <p:cNvPr id="96" name="Google Shape;96;g31ddeff270a_0_983"/>
          <p:cNvPicPr preferRelativeResize="0"/>
          <p:nvPr/>
        </p:nvPicPr>
        <p:blipFill rotWithShape="1">
          <a:blip r:embed="rId4">
            <a:alphaModFix/>
          </a:blip>
          <a:srcRect/>
          <a:stretch/>
        </p:blipFill>
        <p:spPr>
          <a:xfrm>
            <a:off x="543712" y="589148"/>
            <a:ext cx="322627" cy="86035"/>
          </a:xfrm>
          <a:prstGeom prst="rect">
            <a:avLst/>
          </a:prstGeom>
          <a:noFill/>
          <a:ln>
            <a:noFill/>
          </a:ln>
        </p:spPr>
      </p:pic>
      <p:sp>
        <p:nvSpPr>
          <p:cNvPr id="97" name="Google Shape;97;g31ddeff270a_0_983"/>
          <p:cNvSpPr txBox="1">
            <a:spLocks noGrp="1"/>
          </p:cNvSpPr>
          <p:nvPr>
            <p:ph type="title"/>
          </p:nvPr>
        </p:nvSpPr>
        <p:spPr>
          <a:xfrm>
            <a:off x="425956" y="895409"/>
            <a:ext cx="11147700" cy="561300"/>
          </a:xfrm>
          <a:prstGeom prst="rect">
            <a:avLst/>
          </a:prstGeom>
          <a:noFill/>
          <a:ln>
            <a:noFill/>
          </a:ln>
        </p:spPr>
        <p:txBody>
          <a:bodyPr spcFirstLastPara="1" wrap="square" lIns="121900" tIns="60925" rIns="121900" bIns="60925" anchor="t" anchorCtr="0">
            <a:noAutofit/>
          </a:bodyPr>
          <a:lstStyle>
            <a:lvl1pPr lvl="0" algn="l">
              <a:lnSpc>
                <a:spcPct val="100000"/>
              </a:lnSpc>
              <a:spcBef>
                <a:spcPts val="0"/>
              </a:spcBef>
              <a:spcAft>
                <a:spcPts val="0"/>
              </a:spcAft>
              <a:buClr>
                <a:schemeClr val="lt1"/>
              </a:buClr>
              <a:buSzPts val="4000"/>
              <a:buFont typeface="Arial"/>
              <a:buNone/>
              <a:defRPr sz="4000">
                <a:solidFill>
                  <a:schemeClr val="lt1"/>
                </a:solidFill>
                <a:latin typeface="Arial"/>
                <a:ea typeface="Arial"/>
                <a:cs typeface="Arial"/>
                <a:sym typeface="Arial"/>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98" name="Google Shape;98;g31ddeff270a_0_983"/>
          <p:cNvSpPr txBox="1">
            <a:spLocks noGrp="1"/>
          </p:cNvSpPr>
          <p:nvPr>
            <p:ph type="body" idx="1"/>
          </p:nvPr>
        </p:nvSpPr>
        <p:spPr>
          <a:xfrm>
            <a:off x="451836" y="1939825"/>
            <a:ext cx="10646400" cy="693900"/>
          </a:xfrm>
          <a:prstGeom prst="rect">
            <a:avLst/>
          </a:prstGeom>
          <a:noFill/>
          <a:ln>
            <a:noFill/>
          </a:ln>
        </p:spPr>
        <p:txBody>
          <a:bodyPr spcFirstLastPara="1" wrap="square" lIns="121900" tIns="60925" rIns="121900" bIns="60925" anchor="t" anchorCtr="0">
            <a:noAutofit/>
          </a:bodyPr>
          <a:lstStyle>
            <a:lvl1pPr marL="457200" lvl="0" indent="-228600" algn="l">
              <a:lnSpc>
                <a:spcPct val="100000"/>
              </a:lnSpc>
              <a:spcBef>
                <a:spcPts val="400"/>
              </a:spcBef>
              <a:spcAft>
                <a:spcPts val="0"/>
              </a:spcAft>
              <a:buClr>
                <a:schemeClr val="lt1"/>
              </a:buClr>
              <a:buSzPts val="1800"/>
              <a:buNone/>
              <a:defRPr sz="1800">
                <a:solidFill>
                  <a:schemeClr val="lt1"/>
                </a:solidFill>
                <a:latin typeface="Arial"/>
                <a:ea typeface="Arial"/>
                <a:cs typeface="Arial"/>
                <a:sym typeface="Arial"/>
              </a:defRPr>
            </a:lvl1pPr>
            <a:lvl2pPr marL="914400" lvl="1" indent="-228600" algn="l">
              <a:lnSpc>
                <a:spcPct val="100000"/>
              </a:lnSpc>
              <a:spcBef>
                <a:spcPts val="400"/>
              </a:spcBef>
              <a:spcAft>
                <a:spcPts val="0"/>
              </a:spcAft>
              <a:buClr>
                <a:srgbClr val="888888"/>
              </a:buClr>
              <a:buSzPts val="2000"/>
              <a:buNone/>
              <a:defRPr sz="2000">
                <a:solidFill>
                  <a:srgbClr val="888888"/>
                </a:solidFill>
              </a:defRPr>
            </a:lvl2pPr>
            <a:lvl3pPr marL="1371600" lvl="2" indent="-228600" algn="l">
              <a:lnSpc>
                <a:spcPct val="100000"/>
              </a:lnSpc>
              <a:spcBef>
                <a:spcPts val="400"/>
              </a:spcBef>
              <a:spcAft>
                <a:spcPts val="0"/>
              </a:spcAft>
              <a:buClr>
                <a:srgbClr val="888888"/>
              </a:buClr>
              <a:buSzPts val="1800"/>
              <a:buNone/>
              <a:defRPr sz="1800">
                <a:solidFill>
                  <a:srgbClr val="888888"/>
                </a:solidFill>
              </a:defRPr>
            </a:lvl3pPr>
            <a:lvl4pPr marL="1828800" lvl="3" indent="-228600" algn="l">
              <a:lnSpc>
                <a:spcPct val="100000"/>
              </a:lnSpc>
              <a:spcBef>
                <a:spcPts val="300"/>
              </a:spcBef>
              <a:spcAft>
                <a:spcPts val="0"/>
              </a:spcAft>
              <a:buClr>
                <a:srgbClr val="888888"/>
              </a:buClr>
              <a:buSzPts val="1600"/>
              <a:buNone/>
              <a:defRPr sz="1600">
                <a:solidFill>
                  <a:srgbClr val="888888"/>
                </a:solidFill>
              </a:defRPr>
            </a:lvl4pPr>
            <a:lvl5pPr marL="2286000" lvl="4" indent="-228600" algn="l">
              <a:lnSpc>
                <a:spcPct val="100000"/>
              </a:lnSpc>
              <a:spcBef>
                <a:spcPts val="300"/>
              </a:spcBef>
              <a:spcAft>
                <a:spcPts val="0"/>
              </a:spcAft>
              <a:buClr>
                <a:srgbClr val="888888"/>
              </a:buClr>
              <a:buSzPts val="1600"/>
              <a:buNone/>
              <a:defRPr sz="1600">
                <a:solidFill>
                  <a:srgbClr val="888888"/>
                </a:solidFill>
              </a:defRPr>
            </a:lvl5pPr>
            <a:lvl6pPr marL="2743200" lvl="5" indent="-228600" algn="l">
              <a:lnSpc>
                <a:spcPct val="100000"/>
              </a:lnSpc>
              <a:spcBef>
                <a:spcPts val="300"/>
              </a:spcBef>
              <a:spcAft>
                <a:spcPts val="0"/>
              </a:spcAft>
              <a:buClr>
                <a:srgbClr val="888888"/>
              </a:buClr>
              <a:buSzPts val="1600"/>
              <a:buNone/>
              <a:defRPr sz="1600">
                <a:solidFill>
                  <a:srgbClr val="888888"/>
                </a:solidFill>
              </a:defRPr>
            </a:lvl6pPr>
            <a:lvl7pPr marL="3200400" lvl="6" indent="-228600" algn="l">
              <a:lnSpc>
                <a:spcPct val="100000"/>
              </a:lnSpc>
              <a:spcBef>
                <a:spcPts val="300"/>
              </a:spcBef>
              <a:spcAft>
                <a:spcPts val="0"/>
              </a:spcAft>
              <a:buClr>
                <a:srgbClr val="888888"/>
              </a:buClr>
              <a:buSzPts val="1600"/>
              <a:buNone/>
              <a:defRPr sz="1600">
                <a:solidFill>
                  <a:srgbClr val="888888"/>
                </a:solidFill>
              </a:defRPr>
            </a:lvl7pPr>
            <a:lvl8pPr marL="3657600" lvl="7" indent="-228600" algn="l">
              <a:lnSpc>
                <a:spcPct val="100000"/>
              </a:lnSpc>
              <a:spcBef>
                <a:spcPts val="300"/>
              </a:spcBef>
              <a:spcAft>
                <a:spcPts val="0"/>
              </a:spcAft>
              <a:buClr>
                <a:srgbClr val="888888"/>
              </a:buClr>
              <a:buSzPts val="1600"/>
              <a:buNone/>
              <a:defRPr sz="1600">
                <a:solidFill>
                  <a:srgbClr val="888888"/>
                </a:solidFill>
              </a:defRPr>
            </a:lvl8pPr>
            <a:lvl9pPr marL="4114800" lvl="8" indent="-228600" algn="l">
              <a:lnSpc>
                <a:spcPct val="100000"/>
              </a:lnSpc>
              <a:spcBef>
                <a:spcPts val="300"/>
              </a:spcBef>
              <a:spcAft>
                <a:spcPts val="0"/>
              </a:spcAft>
              <a:buClr>
                <a:srgbClr val="888888"/>
              </a:buClr>
              <a:buSzPts val="1600"/>
              <a:buNone/>
              <a:defRPr sz="1600">
                <a:solidFill>
                  <a:srgbClr val="888888"/>
                </a:solidFill>
              </a:defRPr>
            </a:lvl9pPr>
          </a:lstStyle>
          <a:p>
            <a:endParaRPr/>
          </a:p>
        </p:txBody>
      </p:sp>
      <p:sp>
        <p:nvSpPr>
          <p:cNvPr id="99" name="Google Shape;99;g31ddeff270a_0_983"/>
          <p:cNvSpPr txBox="1">
            <a:spLocks noGrp="1"/>
          </p:cNvSpPr>
          <p:nvPr>
            <p:ph type="subTitle" idx="2"/>
          </p:nvPr>
        </p:nvSpPr>
        <p:spPr>
          <a:xfrm>
            <a:off x="527553" y="1426745"/>
            <a:ext cx="11041500" cy="384900"/>
          </a:xfrm>
          <a:prstGeom prst="rect">
            <a:avLst/>
          </a:prstGeom>
          <a:noFill/>
          <a:ln>
            <a:noFill/>
          </a:ln>
        </p:spPr>
        <p:txBody>
          <a:bodyPr spcFirstLastPara="1" wrap="square" lIns="121900" tIns="60925" rIns="121900" bIns="60925" anchor="t" anchorCtr="0">
            <a:normAutofit/>
          </a:bodyPr>
          <a:lstStyle>
            <a:lvl1pPr lvl="0" algn="l">
              <a:lnSpc>
                <a:spcPct val="100000"/>
              </a:lnSpc>
              <a:spcBef>
                <a:spcPts val="0"/>
              </a:spcBef>
              <a:spcAft>
                <a:spcPts val="0"/>
              </a:spcAft>
              <a:buClr>
                <a:schemeClr val="lt1"/>
              </a:buClr>
              <a:buSzPts val="3200"/>
              <a:buNone/>
              <a:defRPr sz="3200">
                <a:solidFill>
                  <a:schemeClr val="lt1"/>
                </a:solidFill>
                <a:latin typeface="Arial"/>
                <a:ea typeface="Arial"/>
                <a:cs typeface="Arial"/>
                <a:sym typeface="Arial"/>
              </a:defRPr>
            </a:lvl1pPr>
            <a:lvl2pPr lvl="1" algn="ctr">
              <a:lnSpc>
                <a:spcPct val="100000"/>
              </a:lnSpc>
              <a:spcBef>
                <a:spcPts val="400"/>
              </a:spcBef>
              <a:spcAft>
                <a:spcPts val="0"/>
              </a:spcAft>
              <a:buClr>
                <a:schemeClr val="dk1"/>
              </a:buClr>
              <a:buSzPts val="2000"/>
              <a:buNone/>
              <a:defRPr sz="2000"/>
            </a:lvl2pPr>
            <a:lvl3pPr lvl="2" algn="ctr">
              <a:lnSpc>
                <a:spcPct val="100000"/>
              </a:lnSpc>
              <a:spcBef>
                <a:spcPts val="400"/>
              </a:spcBef>
              <a:spcAft>
                <a:spcPts val="0"/>
              </a:spcAft>
              <a:buClr>
                <a:schemeClr val="dk1"/>
              </a:buClr>
              <a:buSzPts val="1800"/>
              <a:buNone/>
              <a:defRPr sz="1800"/>
            </a:lvl3pPr>
            <a:lvl4pPr lvl="3" algn="ctr">
              <a:lnSpc>
                <a:spcPct val="100000"/>
              </a:lnSpc>
              <a:spcBef>
                <a:spcPts val="300"/>
              </a:spcBef>
              <a:spcAft>
                <a:spcPts val="0"/>
              </a:spcAft>
              <a:buClr>
                <a:schemeClr val="dk1"/>
              </a:buClr>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100000"/>
              </a:lnSpc>
              <a:spcBef>
                <a:spcPts val="300"/>
              </a:spcBef>
              <a:spcAft>
                <a:spcPts val="0"/>
              </a:spcAft>
              <a:buClr>
                <a:schemeClr val="dk1"/>
              </a:buClr>
              <a:buSzPts val="1600"/>
              <a:buNone/>
              <a:defRPr sz="1600"/>
            </a:lvl6pPr>
            <a:lvl7pPr lvl="6" algn="ctr">
              <a:lnSpc>
                <a:spcPct val="100000"/>
              </a:lnSpc>
              <a:spcBef>
                <a:spcPts val="300"/>
              </a:spcBef>
              <a:spcAft>
                <a:spcPts val="0"/>
              </a:spcAft>
              <a:buClr>
                <a:schemeClr val="dk1"/>
              </a:buClr>
              <a:buSzPts val="1600"/>
              <a:buNone/>
              <a:defRPr sz="1600"/>
            </a:lvl7pPr>
            <a:lvl8pPr lvl="7" algn="ctr">
              <a:lnSpc>
                <a:spcPct val="100000"/>
              </a:lnSpc>
              <a:spcBef>
                <a:spcPts val="300"/>
              </a:spcBef>
              <a:spcAft>
                <a:spcPts val="0"/>
              </a:spcAft>
              <a:buClr>
                <a:schemeClr val="dk1"/>
              </a:buClr>
              <a:buSzPts val="1600"/>
              <a:buNone/>
              <a:defRPr sz="1600"/>
            </a:lvl8pPr>
            <a:lvl9pPr lvl="8" algn="ctr">
              <a:lnSpc>
                <a:spcPct val="100000"/>
              </a:lnSpc>
              <a:spcBef>
                <a:spcPts val="300"/>
              </a:spcBef>
              <a:spcAft>
                <a:spcPts val="0"/>
              </a:spcAft>
              <a:buClr>
                <a:schemeClr val="dk1"/>
              </a:buClr>
              <a:buSzPts val="1600"/>
              <a:buNone/>
              <a:defRPr sz="1600"/>
            </a:lvl9pPr>
          </a:lstStyle>
          <a:p>
            <a:endParaRPr/>
          </a:p>
        </p:txBody>
      </p:sp>
      <p:pic>
        <p:nvPicPr>
          <p:cNvPr id="100" name="Google Shape;100;g31ddeff270a_0_983"/>
          <p:cNvPicPr preferRelativeResize="0"/>
          <p:nvPr/>
        </p:nvPicPr>
        <p:blipFill rotWithShape="1">
          <a:blip r:embed="rId5">
            <a:alphaModFix/>
          </a:blip>
          <a:srcRect/>
          <a:stretch/>
        </p:blipFill>
        <p:spPr>
          <a:xfrm>
            <a:off x="8447180" y="6024396"/>
            <a:ext cx="1308190" cy="598303"/>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288">
          <p15:clr>
            <a:srgbClr val="FBAE40"/>
          </p15:clr>
        </p15:guide>
        <p15:guide id="2" pos="312">
          <p15:clr>
            <a:srgbClr val="FBAE40"/>
          </p15:clr>
        </p15:guide>
        <p15:guide id="3" orient="horz" pos="2976">
          <p15:clr>
            <a:srgbClr val="FBAE40"/>
          </p15:clr>
        </p15:guide>
        <p15:guide id="4" orient="horz" pos="3528">
          <p15:clr>
            <a:srgbClr val="FBAE40"/>
          </p15:clr>
        </p15:guide>
        <p15:guide id="5" pos="360">
          <p15:clr>
            <a:srgbClr val="FBAE40"/>
          </p15:clr>
        </p15:guide>
        <p15:guide id="6" orient="horz" pos="357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marR="0" lvl="0" algn="l" rtl="0">
              <a:lnSpc>
                <a:spcPct val="89000"/>
              </a:lnSpc>
              <a:spcBef>
                <a:spcPts val="0"/>
              </a:spcBef>
              <a:spcAft>
                <a:spcPts val="0"/>
              </a:spcAft>
              <a:buClr>
                <a:schemeClr val="dk2"/>
              </a:buClr>
              <a:buSzPts val="4400"/>
              <a:buFont typeface="Libre Franklin"/>
              <a:buNone/>
              <a:defRPr sz="44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1371600" y="2286000"/>
            <a:ext cx="9601200" cy="3581400"/>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94000"/>
              </a:lnSpc>
              <a:spcBef>
                <a:spcPts val="1000"/>
              </a:spcBef>
              <a:spcAft>
                <a:spcPts val="0"/>
              </a:spcAft>
              <a:buClr>
                <a:schemeClr val="dk2"/>
              </a:buClr>
              <a:buSzPts val="2000"/>
              <a:buFont typeface="Libre Franklin"/>
              <a:buChar char="■"/>
              <a:defRPr sz="2000" b="0" i="0" u="none" strike="noStrike" cap="none">
                <a:solidFill>
                  <a:schemeClr val="dk2"/>
                </a:solidFill>
                <a:latin typeface="Libre Franklin"/>
                <a:ea typeface="Libre Franklin"/>
                <a:cs typeface="Libre Franklin"/>
                <a:sym typeface="Libre Franklin"/>
              </a:defRPr>
            </a:lvl1pPr>
            <a:lvl2pPr marL="914400" marR="0" lvl="1" indent="-355600" algn="l" rtl="0">
              <a:lnSpc>
                <a:spcPct val="94000"/>
              </a:lnSpc>
              <a:spcBef>
                <a:spcPts val="500"/>
              </a:spcBef>
              <a:spcAft>
                <a:spcPts val="0"/>
              </a:spcAft>
              <a:buClr>
                <a:schemeClr val="dk2"/>
              </a:buClr>
              <a:buSzPts val="2000"/>
              <a:buFont typeface="Libre Franklin"/>
              <a:buChar char="–"/>
              <a:defRPr sz="2000" b="0" i="1" u="none" strike="noStrike" cap="none">
                <a:solidFill>
                  <a:schemeClr val="dk2"/>
                </a:solidFill>
                <a:latin typeface="Libre Franklin"/>
                <a:ea typeface="Libre Franklin"/>
                <a:cs typeface="Libre Franklin"/>
                <a:sym typeface="Libre Franklin"/>
              </a:defRPr>
            </a:lvl2pPr>
            <a:lvl3pPr marL="1371600" marR="0" lvl="2" indent="-342900" algn="l" rtl="0">
              <a:lnSpc>
                <a:spcPct val="94000"/>
              </a:lnSpc>
              <a:spcBef>
                <a:spcPts val="500"/>
              </a:spcBef>
              <a:spcAft>
                <a:spcPts val="0"/>
              </a:spcAft>
              <a:buClr>
                <a:schemeClr val="dk2"/>
              </a:buClr>
              <a:buSzPts val="1800"/>
              <a:buFont typeface="Libre Franklin"/>
              <a:buChar char="■"/>
              <a:defRPr sz="1800" b="0" i="0" u="none" strike="noStrike" cap="none">
                <a:solidFill>
                  <a:schemeClr val="dk2"/>
                </a:solidFill>
                <a:latin typeface="Libre Franklin"/>
                <a:ea typeface="Libre Franklin"/>
                <a:cs typeface="Libre Franklin"/>
                <a:sym typeface="Libre Franklin"/>
              </a:defRPr>
            </a:lvl3pPr>
            <a:lvl4pPr marL="1828800" marR="0" lvl="3" indent="-342900" algn="l" rtl="0">
              <a:lnSpc>
                <a:spcPct val="94000"/>
              </a:lnSpc>
              <a:spcBef>
                <a:spcPts val="500"/>
              </a:spcBef>
              <a:spcAft>
                <a:spcPts val="0"/>
              </a:spcAft>
              <a:buClr>
                <a:schemeClr val="dk2"/>
              </a:buClr>
              <a:buSzPts val="1800"/>
              <a:buFont typeface="Libre Franklin"/>
              <a:buChar char="–"/>
              <a:defRPr sz="1800" b="0" i="1" u="none" strike="noStrike" cap="none">
                <a:solidFill>
                  <a:schemeClr val="dk2"/>
                </a:solidFill>
                <a:latin typeface="Libre Franklin"/>
                <a:ea typeface="Libre Franklin"/>
                <a:cs typeface="Libre Franklin"/>
                <a:sym typeface="Libre Franklin"/>
              </a:defRPr>
            </a:lvl4pPr>
            <a:lvl5pPr marL="2286000" marR="0" lvl="4" indent="-330200" algn="l" rtl="0">
              <a:lnSpc>
                <a:spcPct val="94000"/>
              </a:lnSpc>
              <a:spcBef>
                <a:spcPts val="500"/>
              </a:spcBef>
              <a:spcAft>
                <a:spcPts val="0"/>
              </a:spcAft>
              <a:buClr>
                <a:schemeClr val="dk2"/>
              </a:buClr>
              <a:buSzPts val="1600"/>
              <a:buFont typeface="Libre Franklin"/>
              <a:buChar char="■"/>
              <a:defRPr sz="1600" b="0" i="0" u="none" strike="noStrike" cap="none">
                <a:solidFill>
                  <a:schemeClr val="dk2"/>
                </a:solidFill>
                <a:latin typeface="Libre Franklin"/>
                <a:ea typeface="Libre Franklin"/>
                <a:cs typeface="Libre Franklin"/>
                <a:sym typeface="Libre Franklin"/>
              </a:defRPr>
            </a:lvl5pPr>
            <a:lvl6pPr marL="2743200" marR="0" lvl="5" indent="-330200" algn="l" rtl="0">
              <a:lnSpc>
                <a:spcPct val="94000"/>
              </a:lnSpc>
              <a:spcBef>
                <a:spcPts val="500"/>
              </a:spcBef>
              <a:spcAft>
                <a:spcPts val="0"/>
              </a:spcAft>
              <a:buClr>
                <a:schemeClr val="dk2"/>
              </a:buClr>
              <a:buSzPts val="1600"/>
              <a:buFont typeface="Libre Franklin"/>
              <a:buChar char="–"/>
              <a:defRPr sz="1600" b="0" i="1" u="none" strike="noStrike" cap="none">
                <a:solidFill>
                  <a:schemeClr val="dk2"/>
                </a:solidFill>
                <a:latin typeface="Libre Franklin"/>
                <a:ea typeface="Libre Franklin"/>
                <a:cs typeface="Libre Franklin"/>
                <a:sym typeface="Libre Franklin"/>
              </a:defRPr>
            </a:lvl6pPr>
            <a:lvl7pPr marL="3200400" marR="0" lvl="6" indent="-317500" algn="l" rtl="0">
              <a:lnSpc>
                <a:spcPct val="94000"/>
              </a:lnSpc>
              <a:spcBef>
                <a:spcPts val="500"/>
              </a:spcBef>
              <a:spcAft>
                <a:spcPts val="0"/>
              </a:spcAft>
              <a:buClr>
                <a:schemeClr val="dk2"/>
              </a:buClr>
              <a:buSzPts val="1400"/>
              <a:buFont typeface="Libre Franklin"/>
              <a:buChar char="■"/>
              <a:defRPr sz="1400" b="0" i="0" u="none" strike="noStrike" cap="none">
                <a:solidFill>
                  <a:schemeClr val="dk2"/>
                </a:solidFill>
                <a:latin typeface="Libre Franklin"/>
                <a:ea typeface="Libre Franklin"/>
                <a:cs typeface="Libre Franklin"/>
                <a:sym typeface="Libre Franklin"/>
              </a:defRPr>
            </a:lvl7pPr>
            <a:lvl8pPr marL="3657600" marR="0" lvl="7" indent="-317500" algn="l" rtl="0">
              <a:lnSpc>
                <a:spcPct val="94000"/>
              </a:lnSpc>
              <a:spcBef>
                <a:spcPts val="500"/>
              </a:spcBef>
              <a:spcAft>
                <a:spcPts val="0"/>
              </a:spcAft>
              <a:buClr>
                <a:schemeClr val="dk2"/>
              </a:buClr>
              <a:buSzPts val="1400"/>
              <a:buFont typeface="Libre Franklin"/>
              <a:buChar char="–"/>
              <a:defRPr sz="1400" b="0" i="1" u="none" strike="noStrike" cap="none">
                <a:solidFill>
                  <a:schemeClr val="dk2"/>
                </a:solidFill>
                <a:latin typeface="Libre Franklin"/>
                <a:ea typeface="Libre Franklin"/>
                <a:cs typeface="Libre Franklin"/>
                <a:sym typeface="Libre Franklin"/>
              </a:defRPr>
            </a:lvl8pPr>
            <a:lvl9pPr marL="4114800" marR="0" lvl="8" indent="-317500" algn="l" rtl="0">
              <a:lnSpc>
                <a:spcPct val="94000"/>
              </a:lnSpc>
              <a:spcBef>
                <a:spcPts val="500"/>
              </a:spcBef>
              <a:spcAft>
                <a:spcPts val="200"/>
              </a:spcAft>
              <a:buClr>
                <a:schemeClr val="dk2"/>
              </a:buClr>
              <a:buSzPts val="1400"/>
              <a:buFont typeface="Libre Franklin"/>
              <a:buChar char="■"/>
              <a:defRPr sz="1400" b="0" i="0" u="none" strike="noStrike" cap="none">
                <a:solidFill>
                  <a:schemeClr val="dk2"/>
                </a:solidFill>
                <a:latin typeface="Libre Franklin"/>
                <a:ea typeface="Libre Franklin"/>
                <a:cs typeface="Libre Franklin"/>
                <a:sym typeface="Libre Franklin"/>
              </a:defRPr>
            </a:lvl9pPr>
          </a:lstStyle>
          <a:p>
            <a:endParaRPr/>
          </a:p>
        </p:txBody>
      </p:sp>
      <p:sp>
        <p:nvSpPr>
          <p:cNvPr id="12" name="Google Shape;12;p1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3" name="Google Shape;13;p1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4" name="Google Shape;14;p1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4" title="Side bar"/>
          <p:cNvSpPr/>
          <p:nvPr/>
        </p:nvSpPr>
        <p:spPr>
          <a:xfrm>
            <a:off x="478095"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1"/>
          <p:cNvSpPr txBox="1"/>
          <p:nvPr/>
        </p:nvSpPr>
        <p:spPr>
          <a:xfrm>
            <a:off x="2423160" y="1000272"/>
            <a:ext cx="8357700" cy="2862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a:solidFill>
                  <a:schemeClr val="dk1"/>
                </a:solidFill>
              </a:rPr>
              <a:t> Human Activity Recognition from Accelerometer Data</a:t>
            </a:r>
            <a:endParaRPr sz="6000" b="0" i="0" u="none" strike="noStrike" cap="none">
              <a:solidFill>
                <a:schemeClr val="dk1"/>
              </a:solidFill>
              <a:latin typeface="Arial"/>
              <a:ea typeface="Arial"/>
              <a:cs typeface="Arial"/>
              <a:sym typeface="Arial"/>
            </a:endParaRPr>
          </a:p>
        </p:txBody>
      </p:sp>
      <p:sp>
        <p:nvSpPr>
          <p:cNvPr id="107" name="Google Shape;107;p1"/>
          <p:cNvSpPr txBox="1"/>
          <p:nvPr/>
        </p:nvSpPr>
        <p:spPr>
          <a:xfrm>
            <a:off x="1624525" y="5506200"/>
            <a:ext cx="35676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a:solidFill>
                  <a:schemeClr val="dk1"/>
                </a:solidFill>
                <a:latin typeface="Calibri"/>
                <a:ea typeface="Calibri"/>
                <a:cs typeface="Calibri"/>
                <a:sym typeface="Calibri"/>
              </a:rPr>
              <a:t>Anthimos Kalosidis</a:t>
            </a:r>
            <a:endParaRPr sz="1400" b="0" i="0" u="none" strike="noStrike" cap="none">
              <a:solidFill>
                <a:srgbClr val="000000"/>
              </a:solidFill>
              <a:latin typeface="Arial"/>
              <a:ea typeface="Arial"/>
              <a:cs typeface="Arial"/>
              <a:sym typeface="Arial"/>
            </a:endParaRPr>
          </a:p>
        </p:txBody>
      </p:sp>
      <p:sp>
        <p:nvSpPr>
          <p:cNvPr id="108" name="Google Shape;108;p1"/>
          <p:cNvSpPr txBox="1"/>
          <p:nvPr/>
        </p:nvSpPr>
        <p:spPr>
          <a:xfrm>
            <a:off x="4341651" y="6091200"/>
            <a:ext cx="4520700" cy="415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100">
                <a:solidFill>
                  <a:schemeClr val="dk1"/>
                </a:solidFill>
                <a:latin typeface="Calibri"/>
                <a:ea typeface="Calibri"/>
                <a:cs typeface="Calibri"/>
                <a:sym typeface="Calibri"/>
              </a:rPr>
              <a:t>Department of Mathematics, AUTh</a:t>
            </a:r>
            <a:endParaRPr sz="1500" b="0" i="0" u="none" strike="noStrike" cap="none">
              <a:solidFill>
                <a:srgbClr val="000000"/>
              </a:solidFill>
              <a:latin typeface="Arial"/>
              <a:ea typeface="Arial"/>
              <a:cs typeface="Arial"/>
              <a:sym typeface="Arial"/>
            </a:endParaRPr>
          </a:p>
        </p:txBody>
      </p:sp>
      <p:sp>
        <p:nvSpPr>
          <p:cNvPr id="109" name="Google Shape;109;p1"/>
          <p:cNvSpPr txBox="1"/>
          <p:nvPr/>
        </p:nvSpPr>
        <p:spPr>
          <a:xfrm>
            <a:off x="7822375" y="5421000"/>
            <a:ext cx="3747300" cy="89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3200"/>
              <a:buFont typeface="Arial"/>
              <a:buNone/>
            </a:pPr>
            <a:r>
              <a:rPr lang="en-US" sz="3200" dirty="0">
                <a:solidFill>
                  <a:schemeClr val="dk1"/>
                </a:solidFill>
                <a:latin typeface="Calibri"/>
                <a:ea typeface="Calibri"/>
                <a:cs typeface="Calibri"/>
                <a:sym typeface="Calibri"/>
              </a:rPr>
              <a:t>Garo Garabetian</a:t>
            </a:r>
            <a:endParaRPr dirty="0">
              <a:solidFill>
                <a:schemeClr val="dk1"/>
              </a:solidFill>
            </a:endParaRPr>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p:cNvGrpSpPr/>
        <p:nvPr/>
      </p:nvGrpSpPr>
      <p:grpSpPr>
        <a:xfrm>
          <a:off x="0" y="0"/>
          <a:ext cx="0" cy="0"/>
          <a:chOff x="0" y="0"/>
          <a:chExt cx="0" cy="0"/>
        </a:xfrm>
      </p:grpSpPr>
      <p:pic>
        <p:nvPicPr>
          <p:cNvPr id="114" name="Google Shape;114;p2"/>
          <p:cNvPicPr preferRelativeResize="0"/>
          <p:nvPr/>
        </p:nvPicPr>
        <p:blipFill rotWithShape="1">
          <a:blip r:embed="rId3">
            <a:alphaModFix/>
          </a:blip>
          <a:srcRect/>
          <a:stretch/>
        </p:blipFill>
        <p:spPr>
          <a:xfrm>
            <a:off x="6061676" y="3425568"/>
            <a:ext cx="68649" cy="6865"/>
          </a:xfrm>
          <a:prstGeom prst="rect">
            <a:avLst/>
          </a:prstGeom>
          <a:noFill/>
          <a:ln>
            <a:noFill/>
          </a:ln>
        </p:spPr>
      </p:pic>
      <p:pic>
        <p:nvPicPr>
          <p:cNvPr id="115" name="Google Shape;115;p2"/>
          <p:cNvPicPr preferRelativeResize="0"/>
          <p:nvPr/>
        </p:nvPicPr>
        <p:blipFill rotWithShape="1">
          <a:blip r:embed="rId3">
            <a:alphaModFix/>
          </a:blip>
          <a:srcRect/>
          <a:stretch/>
        </p:blipFill>
        <p:spPr>
          <a:xfrm>
            <a:off x="6061676" y="3425568"/>
            <a:ext cx="68649" cy="6865"/>
          </a:xfrm>
          <a:prstGeom prst="rect">
            <a:avLst/>
          </a:prstGeom>
          <a:noFill/>
          <a:ln>
            <a:noFill/>
          </a:ln>
        </p:spPr>
      </p:pic>
      <p:sp>
        <p:nvSpPr>
          <p:cNvPr id="116" name="Google Shape;116;p2"/>
          <p:cNvSpPr txBox="1"/>
          <p:nvPr/>
        </p:nvSpPr>
        <p:spPr>
          <a:xfrm>
            <a:off x="1105725" y="161200"/>
            <a:ext cx="13461600" cy="5924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u="sng" dirty="0">
                <a:solidFill>
                  <a:schemeClr val="dk2"/>
                </a:solidFill>
              </a:rPr>
              <a:t>Workflow </a:t>
            </a:r>
            <a:r>
              <a:rPr lang="en-US" sz="3200" b="0" i="0" u="sng" strike="noStrike" cap="none" dirty="0">
                <a:solidFill>
                  <a:schemeClr val="dk2"/>
                </a:solidFill>
                <a:latin typeface="Arial"/>
                <a:ea typeface="Arial"/>
                <a:cs typeface="Arial"/>
                <a:sym typeface="Arial"/>
              </a:rPr>
              <a:t>Outline</a:t>
            </a:r>
            <a:endParaRPr sz="2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2"/>
              </a:solidFill>
              <a:latin typeface="Arial"/>
              <a:ea typeface="Arial"/>
              <a:cs typeface="Arial"/>
              <a:sym typeface="Arial"/>
            </a:endParaRPr>
          </a:p>
          <a:p>
            <a:pPr marL="457200" marR="0" lvl="0" indent="-406400" algn="l" rtl="0">
              <a:lnSpc>
                <a:spcPct val="100000"/>
              </a:lnSpc>
              <a:spcBef>
                <a:spcPts val="0"/>
              </a:spcBef>
              <a:spcAft>
                <a:spcPts val="0"/>
              </a:spcAft>
              <a:buClr>
                <a:schemeClr val="dk2"/>
              </a:buClr>
              <a:buSzPts val="2800"/>
              <a:buFont typeface="Arial"/>
              <a:buChar char="●"/>
            </a:pPr>
            <a:r>
              <a:rPr lang="en-US" sz="2800" dirty="0">
                <a:solidFill>
                  <a:schemeClr val="dk2"/>
                </a:solidFill>
              </a:rPr>
              <a:t>Data pre-processing</a:t>
            </a:r>
            <a:endParaRPr sz="2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2"/>
              </a:solidFill>
              <a:latin typeface="Arial"/>
              <a:ea typeface="Arial"/>
              <a:cs typeface="Arial"/>
              <a:sym typeface="Arial"/>
            </a:endParaRPr>
          </a:p>
          <a:p>
            <a:pPr marL="457200" marR="0" lvl="0" indent="-406400" algn="l" rtl="0">
              <a:lnSpc>
                <a:spcPct val="100000"/>
              </a:lnSpc>
              <a:spcBef>
                <a:spcPts val="0"/>
              </a:spcBef>
              <a:spcAft>
                <a:spcPts val="0"/>
              </a:spcAft>
              <a:buClr>
                <a:schemeClr val="dk2"/>
              </a:buClr>
              <a:buSzPts val="2800"/>
              <a:buFont typeface="Arial"/>
              <a:buChar char="●"/>
            </a:pPr>
            <a:r>
              <a:rPr lang="en-US" sz="2800" dirty="0">
                <a:solidFill>
                  <a:schemeClr val="dk2"/>
                </a:solidFill>
              </a:rPr>
              <a:t>Feature Extraction</a:t>
            </a:r>
            <a:endParaRPr sz="2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2"/>
              </a:solidFill>
              <a:latin typeface="Arial"/>
              <a:ea typeface="Arial"/>
              <a:cs typeface="Arial"/>
              <a:sym typeface="Arial"/>
            </a:endParaRPr>
          </a:p>
          <a:p>
            <a:pPr marL="457200" marR="0" lvl="0" indent="-406400" algn="l" rtl="0">
              <a:lnSpc>
                <a:spcPct val="100000"/>
              </a:lnSpc>
              <a:spcBef>
                <a:spcPts val="0"/>
              </a:spcBef>
              <a:spcAft>
                <a:spcPts val="0"/>
              </a:spcAft>
              <a:buClr>
                <a:schemeClr val="dk2"/>
              </a:buClr>
              <a:buSzPts val="2800"/>
              <a:buFont typeface="Arial"/>
              <a:buChar char="●"/>
            </a:pPr>
            <a:r>
              <a:rPr lang="en-US" sz="2800" dirty="0">
                <a:solidFill>
                  <a:schemeClr val="dk2"/>
                </a:solidFill>
              </a:rPr>
              <a:t>Model Construction / Evaluation</a:t>
            </a:r>
            <a:endParaRPr sz="2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2"/>
              </a:solidFill>
              <a:latin typeface="Arial"/>
              <a:ea typeface="Arial"/>
              <a:cs typeface="Arial"/>
              <a:sym typeface="Arial"/>
            </a:endParaRPr>
          </a:p>
          <a:p>
            <a:pPr marL="457200" marR="0" lvl="0" indent="-406400" algn="l" rtl="0">
              <a:lnSpc>
                <a:spcPct val="100000"/>
              </a:lnSpc>
              <a:spcBef>
                <a:spcPts val="0"/>
              </a:spcBef>
              <a:spcAft>
                <a:spcPts val="0"/>
              </a:spcAft>
              <a:buClr>
                <a:schemeClr val="dk2"/>
              </a:buClr>
              <a:buSzPts val="2800"/>
              <a:buFont typeface="Arial"/>
              <a:buChar char="●"/>
            </a:pPr>
            <a:r>
              <a:rPr lang="en-US" sz="2800" dirty="0">
                <a:solidFill>
                  <a:schemeClr val="dk2"/>
                </a:solidFill>
              </a:rPr>
              <a:t>Model Comparison / Selection</a:t>
            </a:r>
            <a:endParaRPr sz="2800" dirty="0">
              <a:solidFill>
                <a:schemeClr val="dk2"/>
              </a:solidFill>
            </a:endParaRPr>
          </a:p>
          <a:p>
            <a:pPr marL="0" marR="0" lvl="0" indent="0" algn="l" rtl="0">
              <a:lnSpc>
                <a:spcPct val="100000"/>
              </a:lnSpc>
              <a:spcBef>
                <a:spcPts val="0"/>
              </a:spcBef>
              <a:spcAft>
                <a:spcPts val="0"/>
              </a:spcAft>
              <a:buNone/>
            </a:pPr>
            <a:endParaRPr sz="2800" dirty="0">
              <a:solidFill>
                <a:schemeClr val="dk2"/>
              </a:solidFill>
            </a:endParaRPr>
          </a:p>
          <a:p>
            <a:pPr marL="457200" marR="0" lvl="0" indent="-406400" algn="l" rtl="0">
              <a:lnSpc>
                <a:spcPct val="100000"/>
              </a:lnSpc>
              <a:spcBef>
                <a:spcPts val="0"/>
              </a:spcBef>
              <a:spcAft>
                <a:spcPts val="0"/>
              </a:spcAft>
              <a:buClr>
                <a:schemeClr val="dk2"/>
              </a:buClr>
              <a:buSzPts val="2800"/>
              <a:buChar char="●"/>
            </a:pPr>
            <a:r>
              <a:rPr lang="en-US" sz="2800" dirty="0">
                <a:solidFill>
                  <a:schemeClr val="dk2"/>
                </a:solidFill>
              </a:rPr>
              <a:t>Testing on Independent Data / Activity Grouping</a:t>
            </a:r>
          </a:p>
          <a:p>
            <a:pPr marL="457200" marR="0" lvl="0" indent="-406400" algn="l" rtl="0">
              <a:lnSpc>
                <a:spcPct val="100000"/>
              </a:lnSpc>
              <a:spcBef>
                <a:spcPts val="0"/>
              </a:spcBef>
              <a:spcAft>
                <a:spcPts val="0"/>
              </a:spcAft>
              <a:buClr>
                <a:schemeClr val="dk2"/>
              </a:buClr>
              <a:buSzPts val="2800"/>
              <a:buChar char="●"/>
            </a:pPr>
            <a:endParaRPr lang="en-US" sz="2800" dirty="0">
              <a:solidFill>
                <a:schemeClr val="dk2"/>
              </a:solidFill>
            </a:endParaRPr>
          </a:p>
          <a:p>
            <a:pPr marL="457200" marR="0" lvl="0" indent="-406400" algn="l" rtl="0">
              <a:lnSpc>
                <a:spcPct val="100000"/>
              </a:lnSpc>
              <a:spcBef>
                <a:spcPts val="0"/>
              </a:spcBef>
              <a:spcAft>
                <a:spcPts val="0"/>
              </a:spcAft>
              <a:buClr>
                <a:schemeClr val="dk2"/>
              </a:buClr>
              <a:buSzPts val="2800"/>
              <a:buChar char="●"/>
            </a:pPr>
            <a:r>
              <a:rPr lang="en-US" sz="2800" dirty="0">
                <a:solidFill>
                  <a:schemeClr val="dk2"/>
                </a:solidFill>
              </a:rPr>
              <a:t>Testing on Different Position</a:t>
            </a:r>
            <a:endParaRPr sz="2800" dirty="0">
              <a:solidFill>
                <a:schemeClr val="dk2"/>
              </a:solidFill>
            </a:endParaRPr>
          </a:p>
          <a:p>
            <a:pPr marL="0" marR="0" lvl="0" indent="0" algn="l" rtl="0">
              <a:lnSpc>
                <a:spcPct val="100000"/>
              </a:lnSpc>
              <a:spcBef>
                <a:spcPts val="0"/>
              </a:spcBef>
              <a:spcAft>
                <a:spcPts val="0"/>
              </a:spcAft>
              <a:buNone/>
            </a:pPr>
            <a:endParaRPr sz="2800" dirty="0">
              <a:solidFill>
                <a:schemeClr val="dk2"/>
              </a:solidFill>
            </a:endParaRPr>
          </a:p>
          <a:p>
            <a:pPr marL="457200" marR="0" lvl="0" indent="-406400" algn="l" rtl="0">
              <a:lnSpc>
                <a:spcPct val="100000"/>
              </a:lnSpc>
              <a:spcBef>
                <a:spcPts val="0"/>
              </a:spcBef>
              <a:spcAft>
                <a:spcPts val="0"/>
              </a:spcAft>
              <a:buClr>
                <a:schemeClr val="dk2"/>
              </a:buClr>
              <a:buSzPts val="2800"/>
              <a:buChar char="●"/>
            </a:pPr>
            <a:r>
              <a:rPr lang="en-US" sz="2800" dirty="0">
                <a:solidFill>
                  <a:schemeClr val="dk2"/>
                </a:solidFill>
              </a:rPr>
              <a:t>Conclusions</a:t>
            </a:r>
            <a:endParaRPr sz="2800" dirty="0">
              <a:solidFill>
                <a:schemeClr val="dk2"/>
              </a:solidFill>
            </a:endParaRPr>
          </a:p>
          <a:p>
            <a:pPr marL="0" marR="0" lvl="0" indent="0" algn="l" rtl="0">
              <a:lnSpc>
                <a:spcPct val="100000"/>
              </a:lnSpc>
              <a:spcBef>
                <a:spcPts val="0"/>
              </a:spcBef>
              <a:spcAft>
                <a:spcPts val="0"/>
              </a:spcAft>
              <a:buNone/>
            </a:pPr>
            <a:endParaRPr sz="2800" dirty="0">
              <a:solidFill>
                <a:schemeClr val="dk2"/>
              </a:solidFill>
            </a:endParaRPr>
          </a:p>
          <a:p>
            <a:pPr marL="0" marR="0" lvl="0" indent="0" algn="l" rtl="0">
              <a:lnSpc>
                <a:spcPct val="100000"/>
              </a:lnSpc>
              <a:spcBef>
                <a:spcPts val="0"/>
              </a:spcBef>
              <a:spcAft>
                <a:spcPts val="0"/>
              </a:spcAft>
              <a:buNone/>
            </a:pPr>
            <a:endParaRPr sz="2800" dirty="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
        <p:nvSpPr>
          <p:cNvPr id="122" name="Google Shape;122;g31ddeff270a_0_6"/>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Raw Data &amp; Structure</a:t>
            </a:r>
            <a:endParaRPr sz="3200" b="1" i="0" u="sng" strike="noStrike" cap="none">
              <a:solidFill>
                <a:schemeClr val="dk2"/>
              </a:solidFill>
              <a:latin typeface="Arial"/>
              <a:ea typeface="Arial"/>
              <a:cs typeface="Arial"/>
              <a:sym typeface="Arial"/>
            </a:endParaRPr>
          </a:p>
        </p:txBody>
      </p:sp>
      <p:sp>
        <p:nvSpPr>
          <p:cNvPr id="123" name="Google Shape;123;g31ddeff270a_0_6"/>
          <p:cNvSpPr txBox="1"/>
          <p:nvPr/>
        </p:nvSpPr>
        <p:spPr>
          <a:xfrm>
            <a:off x="1374425" y="981325"/>
            <a:ext cx="59388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Selected </a:t>
            </a:r>
            <a:r>
              <a:rPr lang="en-US" sz="2400" b="1">
                <a:solidFill>
                  <a:schemeClr val="dk2"/>
                </a:solidFill>
              </a:rPr>
              <a:t>“Left Pocket” </a:t>
            </a:r>
            <a:r>
              <a:rPr lang="en-US" sz="2400">
                <a:solidFill>
                  <a:schemeClr val="dk2"/>
                </a:solidFill>
              </a:rPr>
              <a:t>as our data set</a:t>
            </a:r>
            <a:endParaRPr sz="2400">
              <a:solidFill>
                <a:schemeClr val="dk2"/>
              </a:solidFill>
            </a:endParaRPr>
          </a:p>
          <a:p>
            <a:pPr marL="0" lvl="0" indent="0" algn="l" rtl="0">
              <a:spcBef>
                <a:spcPts val="0"/>
              </a:spcBef>
              <a:spcAft>
                <a:spcPts val="0"/>
              </a:spcAft>
              <a:buNone/>
            </a:pPr>
            <a:endParaRPr sz="2400">
              <a:solidFill>
                <a:schemeClr val="dk2"/>
              </a:solidFill>
            </a:endParaRPr>
          </a:p>
          <a:p>
            <a:pPr marL="0" lvl="0" indent="0" algn="l" rtl="0">
              <a:spcBef>
                <a:spcPts val="0"/>
              </a:spcBef>
              <a:spcAft>
                <a:spcPts val="0"/>
              </a:spcAft>
              <a:buNone/>
            </a:pPr>
            <a:endParaRPr sz="2400">
              <a:solidFill>
                <a:schemeClr val="dk2"/>
              </a:solidFill>
            </a:endParaRPr>
          </a:p>
        </p:txBody>
      </p:sp>
      <p:sp>
        <p:nvSpPr>
          <p:cNvPr id="124" name="Google Shape;124;g31ddeff270a_0_6"/>
          <p:cNvSpPr txBox="1"/>
          <p:nvPr/>
        </p:nvSpPr>
        <p:spPr>
          <a:xfrm>
            <a:off x="1374425" y="1894638"/>
            <a:ext cx="8144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Ten (10) participants, each doing seven (7) activities</a:t>
            </a:r>
            <a:endParaRPr sz="2400">
              <a:solidFill>
                <a:schemeClr val="dk2"/>
              </a:solidFill>
            </a:endParaRPr>
          </a:p>
        </p:txBody>
      </p:sp>
      <p:sp>
        <p:nvSpPr>
          <p:cNvPr id="125" name="Google Shape;125;g31ddeff270a_0_6"/>
          <p:cNvSpPr txBox="1"/>
          <p:nvPr/>
        </p:nvSpPr>
        <p:spPr>
          <a:xfrm>
            <a:off x="1374425" y="2876100"/>
            <a:ext cx="8144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About 3-4 minutes per activity</a:t>
            </a:r>
            <a:endParaRPr sz="2400">
              <a:solidFill>
                <a:schemeClr val="dk2"/>
              </a:solidFill>
            </a:endParaRPr>
          </a:p>
        </p:txBody>
      </p:sp>
      <p:sp>
        <p:nvSpPr>
          <p:cNvPr id="126" name="Google Shape;126;g31ddeff270a_0_6"/>
          <p:cNvSpPr txBox="1"/>
          <p:nvPr/>
        </p:nvSpPr>
        <p:spPr>
          <a:xfrm>
            <a:off x="1374425" y="3857550"/>
            <a:ext cx="8144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Sampling rate: 50 samples / second (Hz)</a:t>
            </a:r>
            <a:endParaRPr sz="24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1"/>
        <p:cNvGrpSpPr/>
        <p:nvPr/>
      </p:nvGrpSpPr>
      <p:grpSpPr>
        <a:xfrm>
          <a:off x="0" y="0"/>
          <a:ext cx="0" cy="0"/>
          <a:chOff x="0" y="0"/>
          <a:chExt cx="0" cy="0"/>
        </a:xfrm>
      </p:grpSpPr>
      <p:sp>
        <p:nvSpPr>
          <p:cNvPr id="132" name="Google Shape;132;g36a2e00ab1f_0_53"/>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Data Preprocessing</a:t>
            </a:r>
            <a:endParaRPr sz="3200" b="1" i="0" u="sng" strike="noStrike" cap="none">
              <a:solidFill>
                <a:schemeClr val="dk2"/>
              </a:solidFill>
              <a:latin typeface="Arial"/>
              <a:ea typeface="Arial"/>
              <a:cs typeface="Arial"/>
              <a:sym typeface="Arial"/>
            </a:endParaRPr>
          </a:p>
        </p:txBody>
      </p:sp>
      <p:sp>
        <p:nvSpPr>
          <p:cNvPr id="133" name="Google Shape;133;g36a2e00ab1f_0_53"/>
          <p:cNvSpPr txBox="1"/>
          <p:nvPr/>
        </p:nvSpPr>
        <p:spPr>
          <a:xfrm>
            <a:off x="1388575" y="1028250"/>
            <a:ext cx="9092100" cy="5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Extract only essential columns (Ax, Ay, Az, activity, participant)</a:t>
            </a:r>
            <a:endParaRPr sz="2400">
              <a:solidFill>
                <a:schemeClr val="dk2"/>
              </a:solidFill>
            </a:endParaRPr>
          </a:p>
          <a:p>
            <a:pPr marL="0" lvl="0" indent="0" algn="l" rtl="0">
              <a:spcBef>
                <a:spcPts val="0"/>
              </a:spcBef>
              <a:spcAft>
                <a:spcPts val="0"/>
              </a:spcAft>
              <a:buNone/>
            </a:pPr>
            <a:endParaRPr sz="2400">
              <a:solidFill>
                <a:schemeClr val="dk2"/>
              </a:solidFill>
            </a:endParaRPr>
          </a:p>
        </p:txBody>
      </p:sp>
      <p:sp>
        <p:nvSpPr>
          <p:cNvPr id="134" name="Google Shape;134;g36a2e00ab1f_0_53"/>
          <p:cNvSpPr txBox="1"/>
          <p:nvPr/>
        </p:nvSpPr>
        <p:spPr>
          <a:xfrm>
            <a:off x="1388575" y="1852025"/>
            <a:ext cx="81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2"/>
              </a:solidFill>
              <a:latin typeface="Libre Franklin"/>
              <a:ea typeface="Libre Franklin"/>
              <a:cs typeface="Libre Franklin"/>
              <a:sym typeface="Libre Franklin"/>
            </a:endParaRPr>
          </a:p>
        </p:txBody>
      </p:sp>
      <p:pic>
        <p:nvPicPr>
          <p:cNvPr id="135" name="Google Shape;135;g36a2e00ab1f_0_53"/>
          <p:cNvPicPr preferRelativeResize="0"/>
          <p:nvPr/>
        </p:nvPicPr>
        <p:blipFill>
          <a:blip r:embed="rId3">
            <a:alphaModFix/>
          </a:blip>
          <a:stretch>
            <a:fillRect/>
          </a:stretch>
        </p:blipFill>
        <p:spPr>
          <a:xfrm>
            <a:off x="1784425" y="1540939"/>
            <a:ext cx="4444400" cy="1636825"/>
          </a:xfrm>
          <a:prstGeom prst="rect">
            <a:avLst/>
          </a:prstGeom>
          <a:noFill/>
          <a:ln>
            <a:noFill/>
          </a:ln>
        </p:spPr>
      </p:pic>
      <p:pic>
        <p:nvPicPr>
          <p:cNvPr id="136" name="Google Shape;136;g36a2e00ab1f_0_53"/>
          <p:cNvPicPr preferRelativeResize="0"/>
          <p:nvPr/>
        </p:nvPicPr>
        <p:blipFill>
          <a:blip r:embed="rId4">
            <a:alphaModFix/>
          </a:blip>
          <a:stretch>
            <a:fillRect/>
          </a:stretch>
        </p:blipFill>
        <p:spPr>
          <a:xfrm>
            <a:off x="7455000" y="1534188"/>
            <a:ext cx="960975" cy="1650350"/>
          </a:xfrm>
          <a:prstGeom prst="rect">
            <a:avLst/>
          </a:prstGeom>
          <a:noFill/>
          <a:ln>
            <a:noFill/>
          </a:ln>
        </p:spPr>
      </p:pic>
      <p:sp>
        <p:nvSpPr>
          <p:cNvPr id="137" name="Google Shape;137;g36a2e00ab1f_0_53"/>
          <p:cNvSpPr txBox="1"/>
          <p:nvPr/>
        </p:nvSpPr>
        <p:spPr>
          <a:xfrm>
            <a:off x="1303750" y="3517625"/>
            <a:ext cx="93324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Combine all participants and compute acceleration magnitude</a:t>
            </a:r>
            <a:endParaRPr sz="2400">
              <a:solidFill>
                <a:schemeClr val="dk2"/>
              </a:solidFill>
            </a:endParaRPr>
          </a:p>
        </p:txBody>
      </p:sp>
      <p:pic>
        <p:nvPicPr>
          <p:cNvPr id="138" name="Google Shape;138;g36a2e00ab1f_0_53"/>
          <p:cNvPicPr preferRelativeResize="0"/>
          <p:nvPr/>
        </p:nvPicPr>
        <p:blipFill>
          <a:blip r:embed="rId5">
            <a:alphaModFix/>
          </a:blip>
          <a:stretch>
            <a:fillRect/>
          </a:stretch>
        </p:blipFill>
        <p:spPr>
          <a:xfrm>
            <a:off x="1784425" y="4196963"/>
            <a:ext cx="6181725" cy="2009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sp>
        <p:nvSpPr>
          <p:cNvPr id="144" name="Google Shape;144;g36a2e00ab1f_0_3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Data Cleanup</a:t>
            </a:r>
            <a:endParaRPr sz="3200" b="1" i="0" u="sng" strike="noStrike" cap="none">
              <a:solidFill>
                <a:schemeClr val="dk2"/>
              </a:solidFill>
              <a:latin typeface="Arial"/>
              <a:ea typeface="Arial"/>
              <a:cs typeface="Arial"/>
              <a:sym typeface="Arial"/>
            </a:endParaRPr>
          </a:p>
        </p:txBody>
      </p:sp>
      <p:sp>
        <p:nvSpPr>
          <p:cNvPr id="145" name="Google Shape;145;g36a2e00ab1f_0_34"/>
          <p:cNvSpPr txBox="1"/>
          <p:nvPr/>
        </p:nvSpPr>
        <p:spPr>
          <a:xfrm>
            <a:off x="1359038" y="1098225"/>
            <a:ext cx="47382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Handle possible outliers in data 			</a:t>
            </a:r>
            <a:endParaRPr sz="2400">
              <a:solidFill>
                <a:schemeClr val="dk2"/>
              </a:solidFill>
            </a:endParaRPr>
          </a:p>
        </p:txBody>
      </p:sp>
      <p:sp>
        <p:nvSpPr>
          <p:cNvPr id="146" name="Google Shape;146;g36a2e00ab1f_0_34"/>
          <p:cNvSpPr/>
          <p:nvPr/>
        </p:nvSpPr>
        <p:spPr>
          <a:xfrm rot="-5400000">
            <a:off x="6194093" y="1467046"/>
            <a:ext cx="439500" cy="806700"/>
          </a:xfrm>
          <a:prstGeom prst="downArrow">
            <a:avLst>
              <a:gd name="adj1" fmla="val 50000"/>
              <a:gd name="adj2" fmla="val 50000"/>
            </a:avLst>
          </a:prstGeom>
          <a:solidFill>
            <a:srgbClr val="8C8D86"/>
          </a:solidFill>
          <a:ln w="34925" cap="flat" cmpd="sng">
            <a:solidFill>
              <a:srgbClr val="3B3B3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Libre Franklin"/>
              <a:ea typeface="Libre Franklin"/>
              <a:cs typeface="Libre Franklin"/>
              <a:sym typeface="Libre Franklin"/>
            </a:endParaRPr>
          </a:p>
        </p:txBody>
      </p:sp>
      <p:sp>
        <p:nvSpPr>
          <p:cNvPr id="147" name="Google Shape;147;g36a2e00ab1f_0_34"/>
          <p:cNvSpPr txBox="1"/>
          <p:nvPr/>
        </p:nvSpPr>
        <p:spPr>
          <a:xfrm>
            <a:off x="7281864" y="1591018"/>
            <a:ext cx="3551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None found (!)</a:t>
            </a:r>
            <a:endParaRPr sz="2400">
              <a:solidFill>
                <a:schemeClr val="dk2"/>
              </a:solidFill>
            </a:endParaRPr>
          </a:p>
        </p:txBody>
      </p:sp>
      <p:sp>
        <p:nvSpPr>
          <p:cNvPr id="148" name="Google Shape;148;g36a2e00ab1f_0_34"/>
          <p:cNvSpPr txBox="1"/>
          <p:nvPr/>
        </p:nvSpPr>
        <p:spPr>
          <a:xfrm>
            <a:off x="1359038" y="1935638"/>
            <a:ext cx="3892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Check for missing values</a:t>
            </a:r>
            <a:endParaRPr sz="2400">
              <a:solidFill>
                <a:schemeClr val="dk2"/>
              </a:solidFill>
            </a:endParaRPr>
          </a:p>
        </p:txBody>
      </p:sp>
      <p:sp>
        <p:nvSpPr>
          <p:cNvPr id="149" name="Google Shape;149;g36a2e00ab1f_0_34"/>
          <p:cNvSpPr txBox="1"/>
          <p:nvPr/>
        </p:nvSpPr>
        <p:spPr>
          <a:xfrm>
            <a:off x="1359050" y="3074100"/>
            <a:ext cx="2078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u="sng">
                <a:solidFill>
                  <a:schemeClr val="dk2"/>
                </a:solidFill>
              </a:rPr>
              <a:t>Data shape:</a:t>
            </a:r>
            <a:endParaRPr sz="2400" u="sng">
              <a:solidFill>
                <a:schemeClr val="dk2"/>
              </a:solidFill>
            </a:endParaRPr>
          </a:p>
        </p:txBody>
      </p:sp>
      <p:pic>
        <p:nvPicPr>
          <p:cNvPr id="150" name="Google Shape;150;g36a2e00ab1f_0_34"/>
          <p:cNvPicPr preferRelativeResize="0"/>
          <p:nvPr/>
        </p:nvPicPr>
        <p:blipFill>
          <a:blip r:embed="rId3">
            <a:alphaModFix/>
          </a:blip>
          <a:stretch>
            <a:fillRect/>
          </a:stretch>
        </p:blipFill>
        <p:spPr>
          <a:xfrm>
            <a:off x="4239350" y="2574076"/>
            <a:ext cx="6593625" cy="42839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g36a2e00ab1f_0_2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Data Exploration</a:t>
            </a:r>
            <a:endParaRPr sz="3200" b="1" i="0" u="sng" strike="noStrike" cap="none">
              <a:solidFill>
                <a:schemeClr val="dk2"/>
              </a:solidFill>
              <a:latin typeface="Arial"/>
              <a:ea typeface="Arial"/>
              <a:cs typeface="Arial"/>
              <a:sym typeface="Arial"/>
            </a:endParaRPr>
          </a:p>
        </p:txBody>
      </p:sp>
      <p:sp>
        <p:nvSpPr>
          <p:cNvPr id="157" name="Google Shape;157;g36a2e00ab1f_0_24"/>
          <p:cNvSpPr txBox="1"/>
          <p:nvPr/>
        </p:nvSpPr>
        <p:spPr>
          <a:xfrm>
            <a:off x="1374425" y="2597075"/>
            <a:ext cx="81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2"/>
              </a:solidFill>
              <a:latin typeface="Libre Franklin"/>
              <a:ea typeface="Libre Franklin"/>
              <a:cs typeface="Libre Franklin"/>
              <a:sym typeface="Libre Franklin"/>
            </a:endParaRPr>
          </a:p>
        </p:txBody>
      </p:sp>
      <p:pic>
        <p:nvPicPr>
          <p:cNvPr id="158" name="Google Shape;158;g36a2e00ab1f_0_24"/>
          <p:cNvPicPr preferRelativeResize="0"/>
          <p:nvPr/>
        </p:nvPicPr>
        <p:blipFill>
          <a:blip r:embed="rId3">
            <a:alphaModFix/>
          </a:blip>
          <a:stretch>
            <a:fillRect/>
          </a:stretch>
        </p:blipFill>
        <p:spPr>
          <a:xfrm>
            <a:off x="1716625" y="839850"/>
            <a:ext cx="8758749" cy="4744750"/>
          </a:xfrm>
          <a:prstGeom prst="rect">
            <a:avLst/>
          </a:prstGeom>
          <a:noFill/>
          <a:ln>
            <a:noFill/>
          </a:ln>
        </p:spPr>
      </p:pic>
      <p:sp>
        <p:nvSpPr>
          <p:cNvPr id="159" name="Google Shape;159;g36a2e00ab1f_0_24"/>
          <p:cNvSpPr txBox="1"/>
          <p:nvPr/>
        </p:nvSpPr>
        <p:spPr>
          <a:xfrm>
            <a:off x="1485900" y="5718325"/>
            <a:ext cx="9007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Different axes highlight different activities (check Biking here)</a:t>
            </a:r>
            <a:endParaRPr sz="24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p:cNvGrpSpPr/>
        <p:nvPr/>
      </p:nvGrpSpPr>
      <p:grpSpPr>
        <a:xfrm>
          <a:off x="0" y="0"/>
          <a:ext cx="0" cy="0"/>
          <a:chOff x="0" y="0"/>
          <a:chExt cx="0" cy="0"/>
        </a:xfrm>
      </p:grpSpPr>
      <p:sp>
        <p:nvSpPr>
          <p:cNvPr id="165" name="Google Shape;165;g36a2e00ab1f_0_1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Signal Visualization</a:t>
            </a:r>
            <a:endParaRPr sz="3200" b="1" i="0" u="sng" strike="noStrike" cap="none">
              <a:solidFill>
                <a:schemeClr val="dk2"/>
              </a:solidFill>
              <a:latin typeface="Arial"/>
              <a:ea typeface="Arial"/>
              <a:cs typeface="Arial"/>
              <a:sym typeface="Arial"/>
            </a:endParaRPr>
          </a:p>
        </p:txBody>
      </p:sp>
      <p:sp>
        <p:nvSpPr>
          <p:cNvPr id="166" name="Google Shape;166;g36a2e00ab1f_0_14"/>
          <p:cNvSpPr txBox="1"/>
          <p:nvPr/>
        </p:nvSpPr>
        <p:spPr>
          <a:xfrm>
            <a:off x="1063325" y="914400"/>
            <a:ext cx="59388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Trend plot for participant 1</a:t>
            </a:r>
            <a:endParaRPr sz="2400">
              <a:solidFill>
                <a:schemeClr val="dk2"/>
              </a:solidFill>
            </a:endParaRPr>
          </a:p>
          <a:p>
            <a:pPr marL="0" lvl="0" indent="0" algn="l" rtl="0">
              <a:spcBef>
                <a:spcPts val="0"/>
              </a:spcBef>
              <a:spcAft>
                <a:spcPts val="0"/>
              </a:spcAft>
              <a:buNone/>
            </a:pPr>
            <a:endParaRPr sz="2400">
              <a:solidFill>
                <a:schemeClr val="dk2"/>
              </a:solidFill>
            </a:endParaRPr>
          </a:p>
          <a:p>
            <a:pPr marL="0" lvl="0" indent="0" algn="l" rtl="0">
              <a:spcBef>
                <a:spcPts val="0"/>
              </a:spcBef>
              <a:spcAft>
                <a:spcPts val="0"/>
              </a:spcAft>
              <a:buNone/>
            </a:pPr>
            <a:endParaRPr sz="2400">
              <a:solidFill>
                <a:schemeClr val="dk2"/>
              </a:solidFill>
            </a:endParaRPr>
          </a:p>
        </p:txBody>
      </p:sp>
      <p:sp>
        <p:nvSpPr>
          <p:cNvPr id="167" name="Google Shape;167;g36a2e00ab1f_0_14"/>
          <p:cNvSpPr txBox="1"/>
          <p:nvPr/>
        </p:nvSpPr>
        <p:spPr>
          <a:xfrm>
            <a:off x="1374425" y="2597075"/>
            <a:ext cx="81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2"/>
              </a:solidFill>
              <a:latin typeface="Libre Franklin"/>
              <a:ea typeface="Libre Franklin"/>
              <a:cs typeface="Libre Franklin"/>
              <a:sym typeface="Libre Franklin"/>
            </a:endParaRPr>
          </a:p>
        </p:txBody>
      </p:sp>
      <p:pic>
        <p:nvPicPr>
          <p:cNvPr id="168" name="Google Shape;168;g36a2e00ab1f_0_14"/>
          <p:cNvPicPr preferRelativeResize="0"/>
          <p:nvPr/>
        </p:nvPicPr>
        <p:blipFill>
          <a:blip r:embed="rId3">
            <a:alphaModFix/>
          </a:blip>
          <a:stretch>
            <a:fillRect/>
          </a:stretch>
        </p:blipFill>
        <p:spPr>
          <a:xfrm>
            <a:off x="757950" y="1480125"/>
            <a:ext cx="11134225" cy="42919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
        <p:cNvGrpSpPr/>
        <p:nvPr/>
      </p:nvGrpSpPr>
      <p:grpSpPr>
        <a:xfrm>
          <a:off x="0" y="0"/>
          <a:ext cx="0" cy="0"/>
          <a:chOff x="0" y="0"/>
          <a:chExt cx="0" cy="0"/>
        </a:xfrm>
      </p:grpSpPr>
      <p:sp>
        <p:nvSpPr>
          <p:cNvPr id="174" name="Google Shape;174;g36a2e00ab1f_0_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Creating Sliding Window</a:t>
            </a:r>
            <a:endParaRPr sz="3200" b="1" i="0" u="sng" strike="noStrike" cap="none">
              <a:solidFill>
                <a:schemeClr val="dk2"/>
              </a:solidFill>
              <a:latin typeface="Arial"/>
              <a:ea typeface="Arial"/>
              <a:cs typeface="Arial"/>
              <a:sym typeface="Arial"/>
            </a:endParaRPr>
          </a:p>
        </p:txBody>
      </p:sp>
      <p:sp>
        <p:nvSpPr>
          <p:cNvPr id="175" name="Google Shape;175;g36a2e00ab1f_0_4"/>
          <p:cNvSpPr txBox="1"/>
          <p:nvPr/>
        </p:nvSpPr>
        <p:spPr>
          <a:xfrm>
            <a:off x="1374425" y="981325"/>
            <a:ext cx="59388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rPr>
              <a:t>Window size: 20 sec (1000 samples)</a:t>
            </a:r>
            <a:endParaRPr sz="2400" dirty="0">
              <a:solidFill>
                <a:schemeClr val="dk2"/>
              </a:solidFill>
            </a:endParaRPr>
          </a:p>
          <a:p>
            <a:pPr marL="0" lvl="0" indent="0" algn="l" rtl="0">
              <a:spcBef>
                <a:spcPts val="0"/>
              </a:spcBef>
              <a:spcAft>
                <a:spcPts val="0"/>
              </a:spcAft>
              <a:buNone/>
            </a:pPr>
            <a:endParaRPr sz="2400" dirty="0">
              <a:solidFill>
                <a:schemeClr val="dk2"/>
              </a:solidFill>
            </a:endParaRPr>
          </a:p>
          <a:p>
            <a:pPr marL="0" lvl="0" indent="0" algn="l" rtl="0">
              <a:spcBef>
                <a:spcPts val="0"/>
              </a:spcBef>
              <a:spcAft>
                <a:spcPts val="0"/>
              </a:spcAft>
              <a:buNone/>
            </a:pPr>
            <a:endParaRPr sz="2400" dirty="0">
              <a:solidFill>
                <a:schemeClr val="dk2"/>
              </a:solidFill>
            </a:endParaRPr>
          </a:p>
        </p:txBody>
      </p:sp>
      <p:sp>
        <p:nvSpPr>
          <p:cNvPr id="176" name="Google Shape;176;g36a2e00ab1f_0_4"/>
          <p:cNvSpPr txBox="1"/>
          <p:nvPr/>
        </p:nvSpPr>
        <p:spPr>
          <a:xfrm>
            <a:off x="1374425" y="1773300"/>
            <a:ext cx="7353000" cy="5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rPr>
              <a:t>Sliding every 1 second (50 samples)</a:t>
            </a:r>
            <a:endParaRPr sz="2400" dirty="0">
              <a:solidFill>
                <a:schemeClr val="dk2"/>
              </a:solidFill>
            </a:endParaRPr>
          </a:p>
        </p:txBody>
      </p:sp>
      <p:sp>
        <p:nvSpPr>
          <p:cNvPr id="177" name="Google Shape;177;g36a2e00ab1f_0_4"/>
          <p:cNvSpPr txBox="1"/>
          <p:nvPr/>
        </p:nvSpPr>
        <p:spPr>
          <a:xfrm>
            <a:off x="1374425" y="2597075"/>
            <a:ext cx="81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2"/>
              </a:solidFill>
              <a:latin typeface="Libre Franklin"/>
              <a:ea typeface="Libre Franklin"/>
              <a:cs typeface="Libre Franklin"/>
              <a:sym typeface="Libre Franklin"/>
            </a:endParaRPr>
          </a:p>
        </p:txBody>
      </p:sp>
      <p:sp>
        <p:nvSpPr>
          <p:cNvPr id="178" name="Google Shape;178;g36a2e00ab1f_0_4"/>
          <p:cNvSpPr/>
          <p:nvPr/>
        </p:nvSpPr>
        <p:spPr>
          <a:xfrm rot="-5400000">
            <a:off x="7155618" y="1278621"/>
            <a:ext cx="439500" cy="806700"/>
          </a:xfrm>
          <a:prstGeom prst="downArrow">
            <a:avLst>
              <a:gd name="adj1" fmla="val 50000"/>
              <a:gd name="adj2" fmla="val 50000"/>
            </a:avLst>
          </a:prstGeom>
          <a:solidFill>
            <a:srgbClr val="8C8D86"/>
          </a:solidFill>
          <a:ln w="34925" cap="flat" cmpd="sng">
            <a:solidFill>
              <a:srgbClr val="3B3B3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Libre Franklin"/>
              <a:ea typeface="Libre Franklin"/>
              <a:cs typeface="Libre Franklin"/>
              <a:sym typeface="Libre Franklin"/>
            </a:endParaRPr>
          </a:p>
        </p:txBody>
      </p:sp>
      <p:sp>
        <p:nvSpPr>
          <p:cNvPr id="179" name="Google Shape;179;g36a2e00ab1f_0_4"/>
          <p:cNvSpPr txBox="1"/>
          <p:nvPr/>
        </p:nvSpPr>
        <p:spPr>
          <a:xfrm>
            <a:off x="8506650" y="1404925"/>
            <a:ext cx="3489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Highly overlapping</a:t>
            </a:r>
            <a:endParaRPr sz="2400">
              <a:solidFill>
                <a:schemeClr val="dk2"/>
              </a:solidFill>
            </a:endParaRPr>
          </a:p>
        </p:txBody>
      </p:sp>
      <p:sp>
        <p:nvSpPr>
          <p:cNvPr id="180" name="Google Shape;180;g36a2e00ab1f_0_4"/>
          <p:cNvSpPr txBox="1"/>
          <p:nvPr/>
        </p:nvSpPr>
        <p:spPr>
          <a:xfrm>
            <a:off x="1374425" y="2597075"/>
            <a:ext cx="8144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Label each window with the majority activity</a:t>
            </a:r>
            <a:endParaRPr sz="2400">
              <a:solidFill>
                <a:schemeClr val="dk2"/>
              </a:solidFill>
            </a:endParaRPr>
          </a:p>
        </p:txBody>
      </p:sp>
      <p:sp>
        <p:nvSpPr>
          <p:cNvPr id="181" name="Google Shape;181;g36a2e00ab1f_0_4"/>
          <p:cNvSpPr txBox="1"/>
          <p:nvPr/>
        </p:nvSpPr>
        <p:spPr>
          <a:xfrm>
            <a:off x="1374424" y="3611425"/>
            <a:ext cx="6277659" cy="5539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u="sng" dirty="0">
                <a:solidFill>
                  <a:schemeClr val="dk2"/>
                </a:solidFill>
              </a:rPr>
              <a:t>Statistical Features per window:</a:t>
            </a:r>
            <a:endParaRPr sz="2400" u="sng" dirty="0">
              <a:solidFill>
                <a:schemeClr val="dk2"/>
              </a:solidFill>
            </a:endParaRPr>
          </a:p>
        </p:txBody>
      </p:sp>
      <p:sp>
        <p:nvSpPr>
          <p:cNvPr id="182" name="Google Shape;182;g36a2e00ab1f_0_4"/>
          <p:cNvSpPr txBox="1"/>
          <p:nvPr/>
        </p:nvSpPr>
        <p:spPr>
          <a:xfrm>
            <a:off x="1374425" y="4224525"/>
            <a:ext cx="8144700" cy="22071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2"/>
              </a:buClr>
              <a:buSzPts val="2200"/>
              <a:buAutoNum type="arabicPeriod"/>
            </a:pPr>
            <a:r>
              <a:rPr lang="en-US" sz="2200">
                <a:solidFill>
                  <a:schemeClr val="dk2"/>
                </a:solidFill>
              </a:rPr>
              <a:t>Mean value</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Standard Deviation</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Skewness</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Max Value</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Min Value</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Range (Max - Min)</a:t>
            </a:r>
            <a:endParaRPr sz="2200">
              <a:solidFill>
                <a:schemeClr val="dk2"/>
              </a:solidFill>
            </a:endParaRPr>
          </a:p>
        </p:txBody>
      </p:sp>
      <p:pic>
        <p:nvPicPr>
          <p:cNvPr id="3" name="Picture 2">
            <a:extLst>
              <a:ext uri="{FF2B5EF4-FFF2-40B4-BE49-F238E27FC236}">
                <a16:creationId xmlns:a16="http://schemas.microsoft.com/office/drawing/2014/main" id="{E4004248-FAA7-34B2-7713-01E40E826D78}"/>
              </a:ext>
            </a:extLst>
          </p:cNvPr>
          <p:cNvPicPr>
            <a:picLocks noChangeAspect="1"/>
          </p:cNvPicPr>
          <p:nvPr/>
        </p:nvPicPr>
        <p:blipFill>
          <a:blip r:embed="rId3"/>
          <a:stretch>
            <a:fillRect/>
          </a:stretch>
        </p:blipFill>
        <p:spPr>
          <a:xfrm>
            <a:off x="2437913" y="7028393"/>
            <a:ext cx="7316173" cy="282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
          <a:extLst>
            <a:ext uri="{FF2B5EF4-FFF2-40B4-BE49-F238E27FC236}">
              <a16:creationId xmlns:a16="http://schemas.microsoft.com/office/drawing/2014/main" id="{E4A9F44C-B766-520A-D3BD-BAA2E8A78079}"/>
            </a:ext>
          </a:extLst>
        </p:cNvPr>
        <p:cNvGrpSpPr/>
        <p:nvPr/>
      </p:nvGrpSpPr>
      <p:grpSpPr>
        <a:xfrm>
          <a:off x="0" y="0"/>
          <a:ext cx="0" cy="0"/>
          <a:chOff x="0" y="0"/>
          <a:chExt cx="0" cy="0"/>
        </a:xfrm>
      </p:grpSpPr>
      <p:sp>
        <p:nvSpPr>
          <p:cNvPr id="174" name="Google Shape;174;g36a2e00ab1f_0_4">
            <a:extLst>
              <a:ext uri="{FF2B5EF4-FFF2-40B4-BE49-F238E27FC236}">
                <a16:creationId xmlns:a16="http://schemas.microsoft.com/office/drawing/2014/main" id="{7C99E59C-2241-7CA6-6BB0-EA16E4EE4727}"/>
              </a:ext>
            </a:extLst>
          </p:cNvPr>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Creating Sliding Window</a:t>
            </a:r>
            <a:endParaRPr sz="3200" b="1" i="0" u="sng" strike="noStrike" cap="none">
              <a:solidFill>
                <a:schemeClr val="dk2"/>
              </a:solidFill>
              <a:latin typeface="Arial"/>
              <a:ea typeface="Arial"/>
              <a:cs typeface="Arial"/>
              <a:sym typeface="Arial"/>
            </a:endParaRPr>
          </a:p>
        </p:txBody>
      </p:sp>
      <p:sp>
        <p:nvSpPr>
          <p:cNvPr id="175" name="Google Shape;175;g36a2e00ab1f_0_4">
            <a:extLst>
              <a:ext uri="{FF2B5EF4-FFF2-40B4-BE49-F238E27FC236}">
                <a16:creationId xmlns:a16="http://schemas.microsoft.com/office/drawing/2014/main" id="{0BCFB481-C083-CA38-9702-5AA526BB9C11}"/>
              </a:ext>
            </a:extLst>
          </p:cNvPr>
          <p:cNvSpPr txBox="1"/>
          <p:nvPr/>
        </p:nvSpPr>
        <p:spPr>
          <a:xfrm>
            <a:off x="1374425" y="981325"/>
            <a:ext cx="59388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rPr>
              <a:t>Window size: 20 sec (1000 samples)</a:t>
            </a:r>
            <a:endParaRPr sz="2400" dirty="0">
              <a:solidFill>
                <a:schemeClr val="dk2"/>
              </a:solidFill>
            </a:endParaRPr>
          </a:p>
          <a:p>
            <a:pPr marL="0" lvl="0" indent="0" algn="l" rtl="0">
              <a:spcBef>
                <a:spcPts val="0"/>
              </a:spcBef>
              <a:spcAft>
                <a:spcPts val="0"/>
              </a:spcAft>
              <a:buNone/>
            </a:pPr>
            <a:endParaRPr sz="2400" dirty="0">
              <a:solidFill>
                <a:schemeClr val="dk2"/>
              </a:solidFill>
            </a:endParaRPr>
          </a:p>
          <a:p>
            <a:pPr marL="0" lvl="0" indent="0" algn="l" rtl="0">
              <a:spcBef>
                <a:spcPts val="0"/>
              </a:spcBef>
              <a:spcAft>
                <a:spcPts val="0"/>
              </a:spcAft>
              <a:buNone/>
            </a:pPr>
            <a:endParaRPr sz="2400" dirty="0">
              <a:solidFill>
                <a:schemeClr val="dk2"/>
              </a:solidFill>
            </a:endParaRPr>
          </a:p>
        </p:txBody>
      </p:sp>
      <p:sp>
        <p:nvSpPr>
          <p:cNvPr id="176" name="Google Shape;176;g36a2e00ab1f_0_4">
            <a:extLst>
              <a:ext uri="{FF2B5EF4-FFF2-40B4-BE49-F238E27FC236}">
                <a16:creationId xmlns:a16="http://schemas.microsoft.com/office/drawing/2014/main" id="{4F6927D1-5AF9-4996-6E47-3F8D6CC05B57}"/>
              </a:ext>
            </a:extLst>
          </p:cNvPr>
          <p:cNvSpPr txBox="1"/>
          <p:nvPr/>
        </p:nvSpPr>
        <p:spPr>
          <a:xfrm>
            <a:off x="1374425" y="1773300"/>
            <a:ext cx="7353000" cy="5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rPr>
              <a:t>Sliding every 1 second (50 samples)</a:t>
            </a:r>
            <a:endParaRPr sz="2400" dirty="0">
              <a:solidFill>
                <a:schemeClr val="dk2"/>
              </a:solidFill>
            </a:endParaRPr>
          </a:p>
        </p:txBody>
      </p:sp>
      <p:sp>
        <p:nvSpPr>
          <p:cNvPr id="177" name="Google Shape;177;g36a2e00ab1f_0_4">
            <a:extLst>
              <a:ext uri="{FF2B5EF4-FFF2-40B4-BE49-F238E27FC236}">
                <a16:creationId xmlns:a16="http://schemas.microsoft.com/office/drawing/2014/main" id="{D6559668-7292-49D2-31EB-7F1149099ADB}"/>
              </a:ext>
            </a:extLst>
          </p:cNvPr>
          <p:cNvSpPr txBox="1"/>
          <p:nvPr/>
        </p:nvSpPr>
        <p:spPr>
          <a:xfrm>
            <a:off x="1374425" y="2597075"/>
            <a:ext cx="81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2"/>
              </a:solidFill>
              <a:latin typeface="Libre Franklin"/>
              <a:ea typeface="Libre Franklin"/>
              <a:cs typeface="Libre Franklin"/>
              <a:sym typeface="Libre Franklin"/>
            </a:endParaRPr>
          </a:p>
        </p:txBody>
      </p:sp>
      <p:sp>
        <p:nvSpPr>
          <p:cNvPr id="178" name="Google Shape;178;g36a2e00ab1f_0_4">
            <a:extLst>
              <a:ext uri="{FF2B5EF4-FFF2-40B4-BE49-F238E27FC236}">
                <a16:creationId xmlns:a16="http://schemas.microsoft.com/office/drawing/2014/main" id="{1AAE4A57-28BD-FE96-9EA3-5EFBB8E214EA}"/>
              </a:ext>
            </a:extLst>
          </p:cNvPr>
          <p:cNvSpPr/>
          <p:nvPr/>
        </p:nvSpPr>
        <p:spPr>
          <a:xfrm rot="-5400000">
            <a:off x="7155618" y="1278621"/>
            <a:ext cx="439500" cy="806700"/>
          </a:xfrm>
          <a:prstGeom prst="downArrow">
            <a:avLst>
              <a:gd name="adj1" fmla="val 50000"/>
              <a:gd name="adj2" fmla="val 50000"/>
            </a:avLst>
          </a:prstGeom>
          <a:solidFill>
            <a:srgbClr val="8C8D86"/>
          </a:solidFill>
          <a:ln w="34925" cap="flat" cmpd="sng">
            <a:solidFill>
              <a:srgbClr val="3B3B3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Libre Franklin"/>
              <a:ea typeface="Libre Franklin"/>
              <a:cs typeface="Libre Franklin"/>
              <a:sym typeface="Libre Franklin"/>
            </a:endParaRPr>
          </a:p>
        </p:txBody>
      </p:sp>
      <p:sp>
        <p:nvSpPr>
          <p:cNvPr id="179" name="Google Shape;179;g36a2e00ab1f_0_4">
            <a:extLst>
              <a:ext uri="{FF2B5EF4-FFF2-40B4-BE49-F238E27FC236}">
                <a16:creationId xmlns:a16="http://schemas.microsoft.com/office/drawing/2014/main" id="{DE817EF1-AADC-5629-18A5-FBC27671E720}"/>
              </a:ext>
            </a:extLst>
          </p:cNvPr>
          <p:cNvSpPr txBox="1"/>
          <p:nvPr/>
        </p:nvSpPr>
        <p:spPr>
          <a:xfrm>
            <a:off x="8506650" y="1404925"/>
            <a:ext cx="3489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Highly overlapping</a:t>
            </a:r>
            <a:endParaRPr sz="2400">
              <a:solidFill>
                <a:schemeClr val="dk2"/>
              </a:solidFill>
            </a:endParaRPr>
          </a:p>
        </p:txBody>
      </p:sp>
      <p:sp>
        <p:nvSpPr>
          <p:cNvPr id="180" name="Google Shape;180;g36a2e00ab1f_0_4">
            <a:extLst>
              <a:ext uri="{FF2B5EF4-FFF2-40B4-BE49-F238E27FC236}">
                <a16:creationId xmlns:a16="http://schemas.microsoft.com/office/drawing/2014/main" id="{5A339B89-2BE6-B244-DDB0-EEBB775B57DD}"/>
              </a:ext>
            </a:extLst>
          </p:cNvPr>
          <p:cNvSpPr txBox="1"/>
          <p:nvPr/>
        </p:nvSpPr>
        <p:spPr>
          <a:xfrm>
            <a:off x="1374425" y="2597075"/>
            <a:ext cx="8144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2"/>
                </a:solidFill>
              </a:rPr>
              <a:t>Label each window with the majority activity</a:t>
            </a:r>
            <a:endParaRPr sz="2400">
              <a:solidFill>
                <a:schemeClr val="dk2"/>
              </a:solidFill>
            </a:endParaRPr>
          </a:p>
        </p:txBody>
      </p:sp>
      <p:sp>
        <p:nvSpPr>
          <p:cNvPr id="181" name="Google Shape;181;g36a2e00ab1f_0_4">
            <a:extLst>
              <a:ext uri="{FF2B5EF4-FFF2-40B4-BE49-F238E27FC236}">
                <a16:creationId xmlns:a16="http://schemas.microsoft.com/office/drawing/2014/main" id="{1713FEED-14F8-FB3E-9A48-5E6526A2B935}"/>
              </a:ext>
            </a:extLst>
          </p:cNvPr>
          <p:cNvSpPr txBox="1"/>
          <p:nvPr/>
        </p:nvSpPr>
        <p:spPr>
          <a:xfrm>
            <a:off x="1374424" y="3611425"/>
            <a:ext cx="6277659" cy="5539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u="sng" dirty="0">
                <a:solidFill>
                  <a:schemeClr val="dk2"/>
                </a:solidFill>
              </a:rPr>
              <a:t>Statistical Features per window:</a:t>
            </a:r>
            <a:endParaRPr sz="2400" u="sng" dirty="0">
              <a:solidFill>
                <a:schemeClr val="dk2"/>
              </a:solidFill>
            </a:endParaRPr>
          </a:p>
        </p:txBody>
      </p:sp>
      <p:sp>
        <p:nvSpPr>
          <p:cNvPr id="182" name="Google Shape;182;g36a2e00ab1f_0_4">
            <a:extLst>
              <a:ext uri="{FF2B5EF4-FFF2-40B4-BE49-F238E27FC236}">
                <a16:creationId xmlns:a16="http://schemas.microsoft.com/office/drawing/2014/main" id="{FF864DCF-DDCC-4821-F902-290C1165E38D}"/>
              </a:ext>
            </a:extLst>
          </p:cNvPr>
          <p:cNvSpPr txBox="1"/>
          <p:nvPr/>
        </p:nvSpPr>
        <p:spPr>
          <a:xfrm>
            <a:off x="1374425" y="4224525"/>
            <a:ext cx="8144700" cy="22071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2"/>
              </a:buClr>
              <a:buSzPts val="2200"/>
              <a:buAutoNum type="arabicPeriod"/>
            </a:pPr>
            <a:r>
              <a:rPr lang="en-US" sz="2200">
                <a:solidFill>
                  <a:schemeClr val="dk2"/>
                </a:solidFill>
              </a:rPr>
              <a:t>Mean value</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Standard Deviation</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Skewness</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Max Value</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Min Value</a:t>
            </a:r>
            <a:endParaRPr sz="2200">
              <a:solidFill>
                <a:schemeClr val="dk2"/>
              </a:solidFill>
            </a:endParaRPr>
          </a:p>
          <a:p>
            <a:pPr marL="457200" lvl="0" indent="-368300" algn="l" rtl="0">
              <a:spcBef>
                <a:spcPts val="0"/>
              </a:spcBef>
              <a:spcAft>
                <a:spcPts val="0"/>
              </a:spcAft>
              <a:buClr>
                <a:schemeClr val="dk2"/>
              </a:buClr>
              <a:buSzPts val="2200"/>
              <a:buAutoNum type="arabicPeriod"/>
            </a:pPr>
            <a:r>
              <a:rPr lang="en-US" sz="2200">
                <a:solidFill>
                  <a:schemeClr val="dk2"/>
                </a:solidFill>
              </a:rPr>
              <a:t>Range (Max - Min)</a:t>
            </a:r>
            <a:endParaRPr sz="2200">
              <a:solidFill>
                <a:schemeClr val="dk2"/>
              </a:solidFill>
            </a:endParaRPr>
          </a:p>
        </p:txBody>
      </p:sp>
      <p:pic>
        <p:nvPicPr>
          <p:cNvPr id="3" name="Picture 2">
            <a:extLst>
              <a:ext uri="{FF2B5EF4-FFF2-40B4-BE49-F238E27FC236}">
                <a16:creationId xmlns:a16="http://schemas.microsoft.com/office/drawing/2014/main" id="{231989BD-B8A5-C0DB-06B5-EF64172B6A57}"/>
              </a:ext>
            </a:extLst>
          </p:cNvPr>
          <p:cNvPicPr>
            <a:picLocks noChangeAspect="1"/>
          </p:cNvPicPr>
          <p:nvPr/>
        </p:nvPicPr>
        <p:blipFill>
          <a:blip r:embed="rId3"/>
          <a:stretch>
            <a:fillRect/>
          </a:stretch>
        </p:blipFill>
        <p:spPr>
          <a:xfrm>
            <a:off x="0" y="916609"/>
            <a:ext cx="12192000" cy="5943599"/>
          </a:xfrm>
          <a:prstGeom prst="rect">
            <a:avLst/>
          </a:prstGeom>
        </p:spPr>
      </p:pic>
    </p:spTree>
    <p:extLst>
      <p:ext uri="{BB962C8B-B14F-4D97-AF65-F5344CB8AC3E}">
        <p14:creationId xmlns:p14="http://schemas.microsoft.com/office/powerpoint/2010/main" val="379960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7"/>
        <p:cNvGrpSpPr/>
        <p:nvPr/>
      </p:nvGrpSpPr>
      <p:grpSpPr>
        <a:xfrm>
          <a:off x="0" y="0"/>
          <a:ext cx="0" cy="0"/>
          <a:chOff x="0" y="0"/>
          <a:chExt cx="0" cy="0"/>
        </a:xfrm>
      </p:grpSpPr>
      <p:sp>
        <p:nvSpPr>
          <p:cNvPr id="188" name="Google Shape;188;g36a2e00ab1f_0_9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Periodogram</a:t>
            </a:r>
            <a:endParaRPr sz="3200" b="1" i="0" u="sng" strike="noStrike" cap="none">
              <a:solidFill>
                <a:schemeClr val="dk2"/>
              </a:solidFill>
              <a:latin typeface="Arial"/>
              <a:ea typeface="Arial"/>
              <a:cs typeface="Arial"/>
              <a:sym typeface="Arial"/>
            </a:endParaRPr>
          </a:p>
        </p:txBody>
      </p:sp>
      <p:sp>
        <p:nvSpPr>
          <p:cNvPr id="189" name="Google Shape;189;g36a2e00ab1f_0_94"/>
          <p:cNvSpPr txBox="1"/>
          <p:nvPr/>
        </p:nvSpPr>
        <p:spPr>
          <a:xfrm>
            <a:off x="1374425" y="2597075"/>
            <a:ext cx="81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2"/>
              </a:solidFill>
              <a:latin typeface="Libre Franklin"/>
              <a:ea typeface="Libre Franklin"/>
              <a:cs typeface="Libre Franklin"/>
              <a:sym typeface="Libre Franklin"/>
            </a:endParaRPr>
          </a:p>
        </p:txBody>
      </p:sp>
      <p:pic>
        <p:nvPicPr>
          <p:cNvPr id="190" name="Google Shape;190;g36a2e00ab1f_0_94"/>
          <p:cNvPicPr preferRelativeResize="0"/>
          <p:nvPr/>
        </p:nvPicPr>
        <p:blipFill>
          <a:blip r:embed="rId3">
            <a:alphaModFix/>
          </a:blip>
          <a:stretch>
            <a:fillRect/>
          </a:stretch>
        </p:blipFill>
        <p:spPr>
          <a:xfrm>
            <a:off x="851525" y="799300"/>
            <a:ext cx="10607949" cy="5259400"/>
          </a:xfrm>
          <a:prstGeom prst="rect">
            <a:avLst/>
          </a:prstGeom>
          <a:noFill/>
          <a:ln>
            <a:noFill/>
          </a:ln>
        </p:spPr>
      </p:pic>
      <p:sp>
        <p:nvSpPr>
          <p:cNvPr id="191" name="Google Shape;191;g36a2e00ab1f_0_94"/>
          <p:cNvSpPr txBox="1"/>
          <p:nvPr/>
        </p:nvSpPr>
        <p:spPr>
          <a:xfrm>
            <a:off x="1374425" y="6115275"/>
            <a:ext cx="79263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solidFill>
                  <a:schemeClr val="dk2"/>
                </a:solidFill>
              </a:rPr>
              <a:t>Activities have distinctive spectral “fingerprints”</a:t>
            </a:r>
            <a:endParaRPr sz="22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6"/>
        <p:cNvGrpSpPr/>
        <p:nvPr/>
      </p:nvGrpSpPr>
      <p:grpSpPr>
        <a:xfrm>
          <a:off x="0" y="0"/>
          <a:ext cx="0" cy="0"/>
          <a:chOff x="0" y="0"/>
          <a:chExt cx="0" cy="0"/>
        </a:xfrm>
      </p:grpSpPr>
      <p:sp>
        <p:nvSpPr>
          <p:cNvPr id="197" name="Google Shape;197;g36a2e00ab1f_0_104"/>
          <p:cNvSpPr txBox="1"/>
          <p:nvPr/>
        </p:nvSpPr>
        <p:spPr>
          <a:xfrm>
            <a:off x="757950" y="129299"/>
            <a:ext cx="7748700" cy="292822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dirty="0">
                <a:solidFill>
                  <a:schemeClr val="dk2"/>
                </a:solidFill>
              </a:rPr>
              <a:t>Selected Features Extracted:</a:t>
            </a:r>
          </a:p>
          <a:p>
            <a:pPr marR="0" lvl="0" algn="l" rtl="0">
              <a:lnSpc>
                <a:spcPct val="100000"/>
              </a:lnSpc>
              <a:spcBef>
                <a:spcPts val="0"/>
              </a:spcBef>
              <a:spcAft>
                <a:spcPts val="0"/>
              </a:spcAft>
              <a:buClr>
                <a:srgbClr val="000000"/>
              </a:buClr>
              <a:buSzPts val="3200"/>
            </a:pPr>
            <a:endParaRPr lang="en-US" b="1" u="sng" dirty="0">
              <a:solidFill>
                <a:schemeClr val="dk2"/>
              </a:solidFill>
            </a:endParaRPr>
          </a:p>
          <a:p>
            <a:pPr marL="285750" indent="-285750">
              <a:buSzPts val="3200"/>
              <a:buFont typeface="Arial" panose="020B0604020202020204" pitchFamily="34" charset="0"/>
              <a:buChar char="•"/>
            </a:pPr>
            <a:r>
              <a:rPr lang="en-US" dirty="0"/>
              <a:t> Spectral Centroid</a:t>
            </a:r>
          </a:p>
          <a:p>
            <a:pPr marL="285750" indent="-285750">
              <a:buSzPts val="3200"/>
              <a:buFont typeface="Arial" panose="020B0604020202020204" pitchFamily="34" charset="0"/>
              <a:buChar char="•"/>
            </a:pPr>
            <a:endParaRPr lang="en-US" dirty="0"/>
          </a:p>
          <a:p>
            <a:pPr marL="285750" indent="-285750">
              <a:buSzPts val="3200"/>
              <a:buFont typeface="Arial" panose="020B0604020202020204" pitchFamily="34" charset="0"/>
              <a:buChar char="•"/>
            </a:pPr>
            <a:r>
              <a:rPr lang="en-US" dirty="0"/>
              <a:t>Spectral maximum</a:t>
            </a:r>
          </a:p>
          <a:p>
            <a:pPr marL="285750" indent="-285750">
              <a:buSzPts val="3200"/>
              <a:buFont typeface="Arial" panose="020B0604020202020204" pitchFamily="34" charset="0"/>
              <a:buChar char="•"/>
            </a:pPr>
            <a:endParaRPr lang="en-US" dirty="0"/>
          </a:p>
          <a:p>
            <a:pPr marL="285750" indent="-285750">
              <a:buSzPts val="3200"/>
              <a:buFont typeface="Arial" panose="020B0604020202020204" pitchFamily="34" charset="0"/>
              <a:buChar char="•"/>
            </a:pPr>
            <a:r>
              <a:rPr lang="en-US" dirty="0"/>
              <a:t>Spectral Bandwidth</a:t>
            </a:r>
          </a:p>
          <a:p>
            <a:pPr marL="285750" marR="0" lvl="0" indent="-285750" algn="l" rtl="0">
              <a:lnSpc>
                <a:spcPct val="100000"/>
              </a:lnSpc>
              <a:spcBef>
                <a:spcPts val="0"/>
              </a:spcBef>
              <a:spcAft>
                <a:spcPts val="0"/>
              </a:spcAft>
              <a:buClr>
                <a:srgbClr val="000000"/>
              </a:buClr>
              <a:buSzPts val="3200"/>
              <a:buFont typeface="Arial" panose="020B0604020202020204" pitchFamily="34" charset="0"/>
              <a:buChar char="•"/>
            </a:pPr>
            <a:endParaRPr lang="en-US" b="1" u="sng" dirty="0">
              <a:solidFill>
                <a:schemeClr val="dk2"/>
              </a:solidFill>
            </a:endParaRPr>
          </a:p>
          <a:p>
            <a:pPr marL="0" marR="0" lvl="0" indent="0" algn="l" rtl="0">
              <a:lnSpc>
                <a:spcPct val="100000"/>
              </a:lnSpc>
              <a:spcBef>
                <a:spcPts val="0"/>
              </a:spcBef>
              <a:spcAft>
                <a:spcPts val="0"/>
              </a:spcAft>
              <a:buClr>
                <a:srgbClr val="000000"/>
              </a:buClr>
              <a:buSzPts val="3200"/>
              <a:buFont typeface="Arial"/>
              <a:buNone/>
            </a:pPr>
            <a:endParaRPr lang="en-US" sz="3200" b="1" i="0" u="sng" strike="noStrike" cap="none" dirty="0">
              <a:solidFill>
                <a:schemeClr val="dk2"/>
              </a:solidFill>
              <a:latin typeface="Arial"/>
              <a:ea typeface="Arial"/>
              <a:cs typeface="Arial"/>
              <a:sym typeface="Arial"/>
            </a:endParaRPr>
          </a:p>
        </p:txBody>
      </p:sp>
      <p:pic>
        <p:nvPicPr>
          <p:cNvPr id="198" name="Google Shape;198;g36a2e00ab1f_0_104"/>
          <p:cNvPicPr preferRelativeResize="0"/>
          <p:nvPr/>
        </p:nvPicPr>
        <p:blipFill>
          <a:blip r:embed="rId3">
            <a:alphaModFix/>
          </a:blip>
          <a:stretch>
            <a:fillRect/>
          </a:stretch>
        </p:blipFill>
        <p:spPr>
          <a:xfrm>
            <a:off x="2705024" y="2359533"/>
            <a:ext cx="9486976" cy="44984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3"/>
        <p:cNvGrpSpPr/>
        <p:nvPr/>
      </p:nvGrpSpPr>
      <p:grpSpPr>
        <a:xfrm>
          <a:off x="0" y="0"/>
          <a:ext cx="0" cy="0"/>
          <a:chOff x="0" y="0"/>
          <a:chExt cx="0" cy="0"/>
        </a:xfrm>
      </p:grpSpPr>
      <p:sp>
        <p:nvSpPr>
          <p:cNvPr id="204" name="Google Shape;204;g36a2e00ab1f_0_7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LOSO cross-validation</a:t>
            </a:r>
            <a:endParaRPr sz="3200" b="1" i="0" u="sng" strike="noStrike" cap="none">
              <a:solidFill>
                <a:schemeClr val="dk2"/>
              </a:solidFill>
              <a:latin typeface="Arial"/>
              <a:ea typeface="Arial"/>
              <a:cs typeface="Arial"/>
              <a:sym typeface="Arial"/>
            </a:endParaRPr>
          </a:p>
        </p:txBody>
      </p:sp>
      <p:sp>
        <p:nvSpPr>
          <p:cNvPr id="205" name="Google Shape;205;g36a2e00ab1f_0_74"/>
          <p:cNvSpPr txBox="1"/>
          <p:nvPr/>
        </p:nvSpPr>
        <p:spPr>
          <a:xfrm>
            <a:off x="1770275" y="995075"/>
            <a:ext cx="72699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Train on N-1 subjects, test on the remaining</a:t>
            </a:r>
            <a:endParaRPr sz="2400">
              <a:solidFill>
                <a:schemeClr val="dk2"/>
              </a:solidFill>
            </a:endParaRPr>
          </a:p>
          <a:p>
            <a:pPr marL="0" lvl="0" indent="0" algn="l" rtl="0">
              <a:spcBef>
                <a:spcPts val="0"/>
              </a:spcBef>
              <a:spcAft>
                <a:spcPts val="0"/>
              </a:spcAft>
              <a:buNone/>
            </a:pPr>
            <a:endParaRPr sz="2400">
              <a:solidFill>
                <a:schemeClr val="dk2"/>
              </a:solidFill>
            </a:endParaRPr>
          </a:p>
          <a:p>
            <a:pPr marL="0" lvl="0" indent="0" algn="l" rtl="0">
              <a:spcBef>
                <a:spcPts val="0"/>
              </a:spcBef>
              <a:spcAft>
                <a:spcPts val="0"/>
              </a:spcAft>
              <a:buNone/>
            </a:pPr>
            <a:endParaRPr sz="2400">
              <a:solidFill>
                <a:schemeClr val="dk2"/>
              </a:solidFill>
            </a:endParaRPr>
          </a:p>
        </p:txBody>
      </p:sp>
      <p:sp>
        <p:nvSpPr>
          <p:cNvPr id="206" name="Google Shape;206;g36a2e00ab1f_0_74"/>
          <p:cNvSpPr txBox="1"/>
          <p:nvPr/>
        </p:nvSpPr>
        <p:spPr>
          <a:xfrm>
            <a:off x="1770275" y="2667750"/>
            <a:ext cx="7353000" cy="5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Assess generalization to unseen people / pockets</a:t>
            </a:r>
            <a:endParaRPr sz="2400">
              <a:solidFill>
                <a:schemeClr val="dk2"/>
              </a:solidFill>
            </a:endParaRPr>
          </a:p>
        </p:txBody>
      </p:sp>
      <p:sp>
        <p:nvSpPr>
          <p:cNvPr id="207" name="Google Shape;207;g36a2e00ab1f_0_74"/>
          <p:cNvSpPr/>
          <p:nvPr/>
        </p:nvSpPr>
        <p:spPr>
          <a:xfrm>
            <a:off x="4501518" y="1668509"/>
            <a:ext cx="439500" cy="806700"/>
          </a:xfrm>
          <a:prstGeom prst="downArrow">
            <a:avLst>
              <a:gd name="adj1" fmla="val 50000"/>
              <a:gd name="adj2" fmla="val 50000"/>
            </a:avLst>
          </a:prstGeom>
          <a:solidFill>
            <a:srgbClr val="8C8D86"/>
          </a:solidFill>
          <a:ln w="34925" cap="flat" cmpd="sng">
            <a:solidFill>
              <a:srgbClr val="3B3B3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Libre Franklin"/>
              <a:ea typeface="Libre Franklin"/>
              <a:cs typeface="Libre Franklin"/>
              <a:sym typeface="Libre Franklin"/>
            </a:endParaRPr>
          </a:p>
        </p:txBody>
      </p:sp>
      <p:pic>
        <p:nvPicPr>
          <p:cNvPr id="208" name="Google Shape;208;g36a2e00ab1f_0_74"/>
          <p:cNvPicPr preferRelativeResize="0"/>
          <p:nvPr/>
        </p:nvPicPr>
        <p:blipFill>
          <a:blip r:embed="rId3">
            <a:alphaModFix/>
          </a:blip>
          <a:stretch>
            <a:fillRect/>
          </a:stretch>
        </p:blipFill>
        <p:spPr>
          <a:xfrm>
            <a:off x="8367550" y="995075"/>
            <a:ext cx="3443575" cy="649500"/>
          </a:xfrm>
          <a:prstGeom prst="rect">
            <a:avLst/>
          </a:prstGeom>
          <a:noFill/>
          <a:ln>
            <a:noFill/>
          </a:ln>
        </p:spPr>
      </p:pic>
      <p:pic>
        <p:nvPicPr>
          <p:cNvPr id="209" name="Google Shape;209;g36a2e00ab1f_0_74"/>
          <p:cNvPicPr preferRelativeResize="0"/>
          <p:nvPr/>
        </p:nvPicPr>
        <p:blipFill>
          <a:blip r:embed="rId4">
            <a:alphaModFix/>
          </a:blip>
          <a:stretch>
            <a:fillRect/>
          </a:stretch>
        </p:blipFill>
        <p:spPr>
          <a:xfrm>
            <a:off x="1371600" y="3539250"/>
            <a:ext cx="3193225" cy="2603525"/>
          </a:xfrm>
          <a:prstGeom prst="rect">
            <a:avLst/>
          </a:prstGeom>
          <a:noFill/>
          <a:ln>
            <a:noFill/>
          </a:ln>
        </p:spPr>
      </p:pic>
      <p:pic>
        <p:nvPicPr>
          <p:cNvPr id="210" name="Google Shape;210;g36a2e00ab1f_0_74"/>
          <p:cNvPicPr preferRelativeResize="0"/>
          <p:nvPr/>
        </p:nvPicPr>
        <p:blipFill>
          <a:blip r:embed="rId5">
            <a:alphaModFix/>
          </a:blip>
          <a:stretch>
            <a:fillRect/>
          </a:stretch>
        </p:blipFill>
        <p:spPr>
          <a:xfrm>
            <a:off x="5850639" y="3539250"/>
            <a:ext cx="3272636" cy="2603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5"/>
        <p:cNvGrpSpPr/>
        <p:nvPr/>
      </p:nvGrpSpPr>
      <p:grpSpPr>
        <a:xfrm>
          <a:off x="0" y="0"/>
          <a:ext cx="0" cy="0"/>
          <a:chOff x="0" y="0"/>
          <a:chExt cx="0" cy="0"/>
        </a:xfrm>
      </p:grpSpPr>
      <p:sp>
        <p:nvSpPr>
          <p:cNvPr id="216" name="Google Shape;216;g36a2e00ab1f_0_16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Support Vector Machine (SVM) Results</a:t>
            </a:r>
            <a:endParaRPr sz="3200" b="1" i="0" u="sng" strike="noStrike" cap="none">
              <a:solidFill>
                <a:schemeClr val="dk2"/>
              </a:solidFill>
              <a:latin typeface="Arial"/>
              <a:ea typeface="Arial"/>
              <a:cs typeface="Arial"/>
              <a:sym typeface="Arial"/>
            </a:endParaRPr>
          </a:p>
        </p:txBody>
      </p:sp>
      <p:sp>
        <p:nvSpPr>
          <p:cNvPr id="217" name="Google Shape;217;g36a2e00ab1f_0_164"/>
          <p:cNvSpPr txBox="1"/>
          <p:nvPr/>
        </p:nvSpPr>
        <p:spPr>
          <a:xfrm>
            <a:off x="1374425" y="981325"/>
            <a:ext cx="59388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Mean LOSO SVM </a:t>
            </a:r>
            <a:r>
              <a:rPr lang="en-US" sz="2400" u="sng">
                <a:solidFill>
                  <a:schemeClr val="dk2"/>
                </a:solidFill>
              </a:rPr>
              <a:t>Accuracy</a:t>
            </a:r>
            <a:r>
              <a:rPr lang="en-US" sz="2400">
                <a:solidFill>
                  <a:schemeClr val="dk2"/>
                </a:solidFill>
              </a:rPr>
              <a:t>: ~0.73</a:t>
            </a:r>
            <a:endParaRPr sz="2400">
              <a:solidFill>
                <a:schemeClr val="dk2"/>
              </a:solidFill>
            </a:endParaRPr>
          </a:p>
          <a:p>
            <a:pPr marL="0" lvl="0" indent="0" algn="l" rtl="0">
              <a:spcBef>
                <a:spcPts val="0"/>
              </a:spcBef>
              <a:spcAft>
                <a:spcPts val="0"/>
              </a:spcAft>
              <a:buNone/>
            </a:pPr>
            <a:endParaRPr sz="2400">
              <a:solidFill>
                <a:schemeClr val="dk2"/>
              </a:solidFill>
            </a:endParaRPr>
          </a:p>
          <a:p>
            <a:pPr marL="0" lvl="0" indent="0" algn="l" rtl="0">
              <a:spcBef>
                <a:spcPts val="0"/>
              </a:spcBef>
              <a:spcAft>
                <a:spcPts val="0"/>
              </a:spcAft>
              <a:buNone/>
            </a:pPr>
            <a:endParaRPr sz="2400">
              <a:solidFill>
                <a:schemeClr val="dk2"/>
              </a:solidFill>
            </a:endParaRPr>
          </a:p>
        </p:txBody>
      </p:sp>
      <p:sp>
        <p:nvSpPr>
          <p:cNvPr id="218" name="Google Shape;218;g36a2e00ab1f_0_164"/>
          <p:cNvSpPr txBox="1"/>
          <p:nvPr/>
        </p:nvSpPr>
        <p:spPr>
          <a:xfrm>
            <a:off x="1371600" y="1993475"/>
            <a:ext cx="7353000" cy="180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rPr>
              <a:t>Optimal Hyperparameters:</a:t>
            </a:r>
            <a:endParaRPr sz="2400" dirty="0">
              <a:solidFill>
                <a:schemeClr val="dk2"/>
              </a:solidFill>
            </a:endParaRPr>
          </a:p>
          <a:p>
            <a:pPr marL="457200" lvl="0" indent="-381000" algn="l" rtl="0">
              <a:spcBef>
                <a:spcPts val="0"/>
              </a:spcBef>
              <a:spcAft>
                <a:spcPts val="0"/>
              </a:spcAft>
              <a:buClr>
                <a:schemeClr val="dk2"/>
              </a:buClr>
              <a:buSzPts val="2400"/>
              <a:buChar char="●"/>
            </a:pPr>
            <a:r>
              <a:rPr lang="en-US" sz="2400" dirty="0">
                <a:solidFill>
                  <a:schemeClr val="dk2"/>
                </a:solidFill>
              </a:rPr>
              <a:t>Kernel: Poly Degree:2</a:t>
            </a:r>
            <a:endParaRPr sz="2400" dirty="0">
              <a:solidFill>
                <a:schemeClr val="dk2"/>
              </a:solidFill>
            </a:endParaRPr>
          </a:p>
          <a:p>
            <a:pPr marL="457200" lvl="0" indent="-368300" algn="l" rtl="0">
              <a:spcBef>
                <a:spcPts val="0"/>
              </a:spcBef>
              <a:spcAft>
                <a:spcPts val="0"/>
              </a:spcAft>
              <a:buClr>
                <a:schemeClr val="dk2"/>
              </a:buClr>
              <a:buSzPts val="2200"/>
              <a:buChar char="●"/>
            </a:pPr>
            <a:r>
              <a:rPr lang="en-US" sz="2200" dirty="0">
                <a:solidFill>
                  <a:schemeClr val="dk2"/>
                </a:solidFill>
              </a:rPr>
              <a:t>C = 0.1</a:t>
            </a:r>
            <a:endParaRPr sz="2200" dirty="0">
              <a:solidFill>
                <a:schemeClr val="dk2"/>
              </a:solidFill>
            </a:endParaRPr>
          </a:p>
          <a:p>
            <a:pPr marL="457200" lvl="0" indent="-368300" algn="l" rtl="0">
              <a:spcBef>
                <a:spcPts val="0"/>
              </a:spcBef>
              <a:spcAft>
                <a:spcPts val="0"/>
              </a:spcAft>
              <a:buClr>
                <a:schemeClr val="dk2"/>
              </a:buClr>
              <a:buSzPts val="2200"/>
              <a:buChar char="●"/>
            </a:pPr>
            <a:r>
              <a:rPr lang="en-US" sz="2200" dirty="0">
                <a:solidFill>
                  <a:schemeClr val="dk2"/>
                </a:solidFill>
              </a:rPr>
              <a:t>γ = 0.01</a:t>
            </a:r>
            <a:endParaRPr sz="2200" dirty="0">
              <a:solidFill>
                <a:schemeClr val="dk2"/>
              </a:solidFill>
            </a:endParaRPr>
          </a:p>
        </p:txBody>
      </p:sp>
      <p:sp>
        <p:nvSpPr>
          <p:cNvPr id="219" name="Google Shape;219;g36a2e00ab1f_0_164"/>
          <p:cNvSpPr txBox="1"/>
          <p:nvPr/>
        </p:nvSpPr>
        <p:spPr>
          <a:xfrm>
            <a:off x="812092" y="5196037"/>
            <a:ext cx="9990300" cy="166196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dirty="0">
                <a:solidFill>
                  <a:schemeClr val="dk2"/>
                </a:solidFill>
              </a:rPr>
              <a:t>Employed Grid Search with 3-fold cross-validation for faster results</a:t>
            </a:r>
          </a:p>
          <a:p>
            <a:pPr marL="0" lvl="0" indent="0" algn="l" rtl="0">
              <a:spcBef>
                <a:spcPts val="0"/>
              </a:spcBef>
              <a:spcAft>
                <a:spcPts val="0"/>
              </a:spcAft>
              <a:buNone/>
            </a:pPr>
            <a:endParaRPr lang="en-US" sz="2400" dirty="0">
              <a:solidFill>
                <a:schemeClr val="dk2"/>
              </a:solidFill>
            </a:endParaRPr>
          </a:p>
          <a:p>
            <a:pPr marL="0" lvl="0" indent="0" algn="l" rtl="0">
              <a:spcBef>
                <a:spcPts val="0"/>
              </a:spcBef>
              <a:spcAft>
                <a:spcPts val="0"/>
              </a:spcAft>
              <a:buNone/>
            </a:pPr>
            <a:endParaRPr lang="en-US" sz="2400" dirty="0">
              <a:solidFill>
                <a:schemeClr val="dk2"/>
              </a:solidFill>
            </a:endParaRPr>
          </a:p>
          <a:p>
            <a:pPr marL="0" lvl="0" indent="0" algn="l" rtl="0">
              <a:spcBef>
                <a:spcPts val="0"/>
              </a:spcBef>
              <a:spcAft>
                <a:spcPts val="0"/>
              </a:spcAft>
              <a:buNone/>
            </a:pPr>
            <a:r>
              <a:rPr lang="en-US" sz="2400" dirty="0">
                <a:solidFill>
                  <a:schemeClr val="dk2"/>
                </a:solidFill>
              </a:rPr>
              <a:t>For the final model, LOSO was implemented</a:t>
            </a:r>
          </a:p>
        </p:txBody>
      </p:sp>
      <p:pic>
        <p:nvPicPr>
          <p:cNvPr id="3" name="Picture 2">
            <a:extLst>
              <a:ext uri="{FF2B5EF4-FFF2-40B4-BE49-F238E27FC236}">
                <a16:creationId xmlns:a16="http://schemas.microsoft.com/office/drawing/2014/main" id="{59A3B865-D6B3-87E1-BDBF-BAF758D04976}"/>
              </a:ext>
            </a:extLst>
          </p:cNvPr>
          <p:cNvPicPr>
            <a:picLocks noChangeAspect="1"/>
          </p:cNvPicPr>
          <p:nvPr/>
        </p:nvPicPr>
        <p:blipFill>
          <a:blip r:embed="rId3"/>
          <a:stretch>
            <a:fillRect/>
          </a:stretch>
        </p:blipFill>
        <p:spPr>
          <a:xfrm>
            <a:off x="5807242" y="1573798"/>
            <a:ext cx="6071387" cy="35106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4"/>
        <p:cNvGrpSpPr/>
        <p:nvPr/>
      </p:nvGrpSpPr>
      <p:grpSpPr>
        <a:xfrm>
          <a:off x="0" y="0"/>
          <a:ext cx="0" cy="0"/>
          <a:chOff x="0" y="0"/>
          <a:chExt cx="0" cy="0"/>
        </a:xfrm>
      </p:grpSpPr>
      <p:sp>
        <p:nvSpPr>
          <p:cNvPr id="225" name="Google Shape;225;g36a2e00ab1f_0_179"/>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Support Vector Machine (SVM) Results</a:t>
            </a:r>
            <a:endParaRPr sz="3200" b="1" i="0" u="sng" strike="noStrike" cap="none">
              <a:solidFill>
                <a:schemeClr val="dk2"/>
              </a:solidFill>
              <a:latin typeface="Arial"/>
              <a:ea typeface="Arial"/>
              <a:cs typeface="Arial"/>
              <a:sym typeface="Arial"/>
            </a:endParaRPr>
          </a:p>
        </p:txBody>
      </p:sp>
      <p:sp>
        <p:nvSpPr>
          <p:cNvPr id="227" name="Google Shape;227;g36a2e00ab1f_0_179"/>
          <p:cNvSpPr txBox="1"/>
          <p:nvPr/>
        </p:nvSpPr>
        <p:spPr>
          <a:xfrm>
            <a:off x="7410993" y="1028700"/>
            <a:ext cx="3522900" cy="23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rPr>
              <a:t>Standing </a:t>
            </a:r>
            <a:endParaRPr sz="2400" dirty="0">
              <a:solidFill>
                <a:schemeClr val="dk2"/>
              </a:solidFill>
            </a:endParaRPr>
          </a:p>
          <a:p>
            <a:pPr marL="0" lvl="0" indent="0" algn="l" rtl="0">
              <a:spcBef>
                <a:spcPts val="0"/>
              </a:spcBef>
              <a:spcAft>
                <a:spcPts val="0"/>
              </a:spcAft>
              <a:buNone/>
            </a:pPr>
            <a:r>
              <a:rPr lang="en-US" sz="2400" dirty="0">
                <a:solidFill>
                  <a:schemeClr val="dk2"/>
                </a:solidFill>
              </a:rPr>
              <a:t>Upstairs </a:t>
            </a:r>
            <a:endParaRPr sz="2400" dirty="0">
              <a:solidFill>
                <a:schemeClr val="dk2"/>
              </a:solidFill>
            </a:endParaRPr>
          </a:p>
          <a:p>
            <a:pPr marL="0" lvl="0" indent="0" algn="l" rtl="0">
              <a:spcBef>
                <a:spcPts val="0"/>
              </a:spcBef>
              <a:spcAft>
                <a:spcPts val="0"/>
              </a:spcAft>
              <a:buNone/>
            </a:pPr>
            <a:r>
              <a:rPr lang="en-US" sz="2400" dirty="0">
                <a:solidFill>
                  <a:schemeClr val="dk2"/>
                </a:solidFill>
              </a:rPr>
              <a:t>Downstairs</a:t>
            </a:r>
            <a:endParaRPr sz="2400" dirty="0">
              <a:solidFill>
                <a:schemeClr val="dk2"/>
              </a:solidFill>
            </a:endParaRPr>
          </a:p>
          <a:p>
            <a:pPr marL="0" lvl="0" indent="0" algn="l" rtl="0">
              <a:spcBef>
                <a:spcPts val="0"/>
              </a:spcBef>
              <a:spcAft>
                <a:spcPts val="0"/>
              </a:spcAft>
              <a:buNone/>
            </a:pPr>
            <a:r>
              <a:rPr lang="en-US" sz="2400" dirty="0">
                <a:solidFill>
                  <a:schemeClr val="dk2"/>
                </a:solidFill>
              </a:rPr>
              <a:t>are more often confused</a:t>
            </a:r>
            <a:endParaRPr sz="2400" dirty="0">
              <a:solidFill>
                <a:schemeClr val="dk2"/>
              </a:solidFill>
            </a:endParaRPr>
          </a:p>
        </p:txBody>
      </p:sp>
      <p:pic>
        <p:nvPicPr>
          <p:cNvPr id="3" name="Picture 2">
            <a:extLst>
              <a:ext uri="{FF2B5EF4-FFF2-40B4-BE49-F238E27FC236}">
                <a16:creationId xmlns:a16="http://schemas.microsoft.com/office/drawing/2014/main" id="{2CF8EA45-550B-A065-05D0-69C53302E715}"/>
              </a:ext>
            </a:extLst>
          </p:cNvPr>
          <p:cNvPicPr>
            <a:picLocks noChangeAspect="1"/>
          </p:cNvPicPr>
          <p:nvPr/>
        </p:nvPicPr>
        <p:blipFill>
          <a:blip r:embed="rId3"/>
          <a:stretch>
            <a:fillRect/>
          </a:stretch>
        </p:blipFill>
        <p:spPr>
          <a:xfrm>
            <a:off x="896603" y="1028700"/>
            <a:ext cx="6125804" cy="5388142"/>
          </a:xfrm>
          <a:prstGeom prst="rect">
            <a:avLst/>
          </a:prstGeom>
        </p:spPr>
      </p:pic>
      <p:pic>
        <p:nvPicPr>
          <p:cNvPr id="5" name="Picture 4">
            <a:extLst>
              <a:ext uri="{FF2B5EF4-FFF2-40B4-BE49-F238E27FC236}">
                <a16:creationId xmlns:a16="http://schemas.microsoft.com/office/drawing/2014/main" id="{553C107F-68FE-6B29-2F24-45D50F79C21F}"/>
              </a:ext>
            </a:extLst>
          </p:cNvPr>
          <p:cNvPicPr>
            <a:picLocks noChangeAspect="1"/>
          </p:cNvPicPr>
          <p:nvPr/>
        </p:nvPicPr>
        <p:blipFill>
          <a:blip r:embed="rId4"/>
          <a:stretch>
            <a:fillRect/>
          </a:stretch>
        </p:blipFill>
        <p:spPr>
          <a:xfrm>
            <a:off x="7410993" y="3173950"/>
            <a:ext cx="4466224" cy="35547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Google Shape;233;g36a2e00ab1f_0_189"/>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Random Forest Classifier Results</a:t>
            </a:r>
            <a:endParaRPr sz="3200" b="1" i="0" u="sng" strike="noStrike" cap="none">
              <a:solidFill>
                <a:schemeClr val="dk2"/>
              </a:solidFill>
              <a:latin typeface="Arial"/>
              <a:ea typeface="Arial"/>
              <a:cs typeface="Arial"/>
              <a:sym typeface="Arial"/>
            </a:endParaRPr>
          </a:p>
        </p:txBody>
      </p:sp>
      <p:sp>
        <p:nvSpPr>
          <p:cNvPr id="234" name="Google Shape;234;g36a2e00ab1f_0_189"/>
          <p:cNvSpPr txBox="1"/>
          <p:nvPr/>
        </p:nvSpPr>
        <p:spPr>
          <a:xfrm>
            <a:off x="1374425" y="981325"/>
            <a:ext cx="77487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Mean LOSO RF </a:t>
            </a:r>
            <a:r>
              <a:rPr lang="en-US" sz="2400" u="sng">
                <a:solidFill>
                  <a:schemeClr val="dk2"/>
                </a:solidFill>
              </a:rPr>
              <a:t>Accuracy</a:t>
            </a:r>
            <a:r>
              <a:rPr lang="en-US" sz="2400">
                <a:solidFill>
                  <a:schemeClr val="dk2"/>
                </a:solidFill>
              </a:rPr>
              <a:t>: ~0.78</a:t>
            </a:r>
            <a:endParaRPr sz="2400">
              <a:solidFill>
                <a:schemeClr val="dk2"/>
              </a:solidFill>
            </a:endParaRPr>
          </a:p>
        </p:txBody>
      </p:sp>
      <p:pic>
        <p:nvPicPr>
          <p:cNvPr id="235" name="Google Shape;235;g36a2e00ab1f_0_189"/>
          <p:cNvPicPr preferRelativeResize="0"/>
          <p:nvPr/>
        </p:nvPicPr>
        <p:blipFill>
          <a:blip r:embed="rId3">
            <a:alphaModFix/>
          </a:blip>
          <a:stretch>
            <a:fillRect/>
          </a:stretch>
        </p:blipFill>
        <p:spPr>
          <a:xfrm>
            <a:off x="1343863" y="2171700"/>
            <a:ext cx="9005624" cy="4461851"/>
          </a:xfrm>
          <a:prstGeom prst="rect">
            <a:avLst/>
          </a:prstGeom>
          <a:noFill/>
          <a:ln>
            <a:noFill/>
          </a:ln>
        </p:spPr>
      </p:pic>
      <p:sp>
        <p:nvSpPr>
          <p:cNvPr id="236" name="Google Shape;236;g36a2e00ab1f_0_189"/>
          <p:cNvSpPr txBox="1"/>
          <p:nvPr/>
        </p:nvSpPr>
        <p:spPr>
          <a:xfrm>
            <a:off x="1374425" y="1529150"/>
            <a:ext cx="89445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2400">
                <a:solidFill>
                  <a:schemeClr val="dk2"/>
                </a:solidFill>
              </a:rPr>
              <a:t>No significant optimization achieved with hyperparameter tuning</a:t>
            </a:r>
            <a:endParaRPr sz="2400">
              <a:solidFill>
                <a:schemeClr val="dk2"/>
              </a:solidFill>
            </a:endParaRPr>
          </a:p>
          <a:p>
            <a:pPr marL="0" lvl="0" indent="0" algn="l" rtl="0">
              <a:spcBef>
                <a:spcPts val="0"/>
              </a:spcBef>
              <a:spcAft>
                <a:spcPts val="0"/>
              </a:spcAft>
              <a:buNone/>
            </a:pPr>
            <a:endParaRPr sz="2000">
              <a:solidFill>
                <a:schemeClr val="dk2"/>
              </a:solidFill>
              <a:latin typeface="Libre Franklin"/>
              <a:ea typeface="Libre Franklin"/>
              <a:cs typeface="Libre Franklin"/>
              <a:sym typeface="Libre Frankli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1"/>
        <p:cNvGrpSpPr/>
        <p:nvPr/>
      </p:nvGrpSpPr>
      <p:grpSpPr>
        <a:xfrm>
          <a:off x="0" y="0"/>
          <a:ext cx="0" cy="0"/>
          <a:chOff x="0" y="0"/>
          <a:chExt cx="0" cy="0"/>
        </a:xfrm>
      </p:grpSpPr>
      <p:sp>
        <p:nvSpPr>
          <p:cNvPr id="242" name="Google Shape;242;g36a2e00ab1f_0_197"/>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Random Forest Classifier Results</a:t>
            </a:r>
            <a:endParaRPr sz="3200" b="1" i="0" u="sng" strike="noStrike" cap="none">
              <a:solidFill>
                <a:schemeClr val="dk2"/>
              </a:solidFill>
              <a:latin typeface="Arial"/>
              <a:ea typeface="Arial"/>
              <a:cs typeface="Arial"/>
              <a:sym typeface="Arial"/>
            </a:endParaRPr>
          </a:p>
        </p:txBody>
      </p:sp>
      <p:pic>
        <p:nvPicPr>
          <p:cNvPr id="243" name="Google Shape;243;g36a2e00ab1f_0_197"/>
          <p:cNvPicPr preferRelativeResize="0"/>
          <p:nvPr/>
        </p:nvPicPr>
        <p:blipFill>
          <a:blip r:embed="rId3">
            <a:alphaModFix/>
          </a:blip>
          <a:stretch>
            <a:fillRect/>
          </a:stretch>
        </p:blipFill>
        <p:spPr>
          <a:xfrm>
            <a:off x="1033075" y="914400"/>
            <a:ext cx="6514250" cy="5641200"/>
          </a:xfrm>
          <a:prstGeom prst="rect">
            <a:avLst/>
          </a:prstGeom>
          <a:noFill/>
          <a:ln>
            <a:noFill/>
          </a:ln>
        </p:spPr>
      </p:pic>
      <p:sp>
        <p:nvSpPr>
          <p:cNvPr id="244" name="Google Shape;244;g36a2e00ab1f_0_197"/>
          <p:cNvSpPr txBox="1"/>
          <p:nvPr/>
        </p:nvSpPr>
        <p:spPr>
          <a:xfrm>
            <a:off x="8080275" y="2248488"/>
            <a:ext cx="3522900" cy="23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Upstairs - Downstairs</a:t>
            </a:r>
            <a:endParaRPr sz="2400">
              <a:solidFill>
                <a:schemeClr val="dk2"/>
              </a:solidFill>
            </a:endParaRPr>
          </a:p>
          <a:p>
            <a:pPr marL="0" lvl="0" indent="0" algn="l" rtl="0">
              <a:spcBef>
                <a:spcPts val="0"/>
              </a:spcBef>
              <a:spcAft>
                <a:spcPts val="0"/>
              </a:spcAft>
              <a:buNone/>
            </a:pPr>
            <a:r>
              <a:rPr lang="en-US" sz="2400">
                <a:solidFill>
                  <a:schemeClr val="dk2"/>
                </a:solidFill>
              </a:rPr>
              <a:t>consistently confused</a:t>
            </a:r>
            <a:endParaRPr sz="2400">
              <a:solidFill>
                <a:schemeClr val="dk2"/>
              </a:solidFill>
            </a:endParaRPr>
          </a:p>
          <a:p>
            <a:pPr marL="0" lvl="0" indent="0" algn="l" rtl="0">
              <a:spcBef>
                <a:spcPts val="0"/>
              </a:spcBef>
              <a:spcAft>
                <a:spcPts val="0"/>
              </a:spcAft>
              <a:buNone/>
            </a:pPr>
            <a:endParaRPr sz="2400">
              <a:solidFill>
                <a:schemeClr val="dk2"/>
              </a:solidFill>
            </a:endParaRPr>
          </a:p>
          <a:p>
            <a:pPr marL="0" lvl="0" indent="0" algn="l" rtl="0">
              <a:spcBef>
                <a:spcPts val="0"/>
              </a:spcBef>
              <a:spcAft>
                <a:spcPts val="0"/>
              </a:spcAft>
              <a:buNone/>
            </a:pPr>
            <a:r>
              <a:rPr lang="en-US" sz="2400">
                <a:solidFill>
                  <a:schemeClr val="dk2"/>
                </a:solidFill>
              </a:rPr>
              <a:t>Note: Walking</a:t>
            </a:r>
            <a:endParaRPr sz="24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9"/>
        <p:cNvGrpSpPr/>
        <p:nvPr/>
      </p:nvGrpSpPr>
      <p:grpSpPr>
        <a:xfrm>
          <a:off x="0" y="0"/>
          <a:ext cx="0" cy="0"/>
          <a:chOff x="0" y="0"/>
          <a:chExt cx="0" cy="0"/>
        </a:xfrm>
      </p:grpSpPr>
      <p:sp>
        <p:nvSpPr>
          <p:cNvPr id="250" name="Google Shape;250;g36a2e00ab1f_0_15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MLP (Neural Network) Results</a:t>
            </a:r>
            <a:endParaRPr sz="3200" b="1" i="0" u="sng" strike="noStrike" cap="none">
              <a:solidFill>
                <a:schemeClr val="dk2"/>
              </a:solidFill>
              <a:latin typeface="Arial"/>
              <a:ea typeface="Arial"/>
              <a:cs typeface="Arial"/>
              <a:sym typeface="Arial"/>
            </a:endParaRPr>
          </a:p>
        </p:txBody>
      </p:sp>
      <p:sp>
        <p:nvSpPr>
          <p:cNvPr id="251" name="Google Shape;251;g36a2e00ab1f_0_154"/>
          <p:cNvSpPr txBox="1"/>
          <p:nvPr/>
        </p:nvSpPr>
        <p:spPr>
          <a:xfrm>
            <a:off x="1374425" y="981325"/>
            <a:ext cx="67608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Very poor results without parameter optimization (2 hidden layers, momentum = 0.9)</a:t>
            </a:r>
            <a:endParaRPr sz="2400">
              <a:solidFill>
                <a:schemeClr val="dk2"/>
              </a:solidFill>
            </a:endParaRPr>
          </a:p>
          <a:p>
            <a:pPr marL="0" lvl="0" indent="0" algn="l" rtl="0">
              <a:spcBef>
                <a:spcPts val="0"/>
              </a:spcBef>
              <a:spcAft>
                <a:spcPts val="0"/>
              </a:spcAft>
              <a:buNone/>
            </a:pPr>
            <a:endParaRPr sz="2400">
              <a:solidFill>
                <a:schemeClr val="dk2"/>
              </a:solidFill>
            </a:endParaRPr>
          </a:p>
          <a:p>
            <a:pPr marL="0" lvl="0" indent="0" algn="l" rtl="0">
              <a:spcBef>
                <a:spcPts val="0"/>
              </a:spcBef>
              <a:spcAft>
                <a:spcPts val="0"/>
              </a:spcAft>
              <a:buNone/>
            </a:pPr>
            <a:endParaRPr sz="2400">
              <a:solidFill>
                <a:schemeClr val="dk2"/>
              </a:solidFill>
            </a:endParaRPr>
          </a:p>
        </p:txBody>
      </p:sp>
      <p:sp>
        <p:nvSpPr>
          <p:cNvPr id="252" name="Google Shape;252;g36a2e00ab1f_0_154"/>
          <p:cNvSpPr txBox="1"/>
          <p:nvPr/>
        </p:nvSpPr>
        <p:spPr>
          <a:xfrm>
            <a:off x="1371600" y="2400300"/>
            <a:ext cx="9502200" cy="29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rPr>
              <a:t>Optimal Hyperparameters:</a:t>
            </a:r>
            <a:endParaRPr sz="2400" dirty="0">
              <a:solidFill>
                <a:schemeClr val="dk2"/>
              </a:solidFill>
            </a:endParaRPr>
          </a:p>
          <a:p>
            <a:pPr marL="457200" lvl="0" indent="-368300" algn="l" rtl="0">
              <a:spcBef>
                <a:spcPts val="0"/>
              </a:spcBef>
              <a:spcAft>
                <a:spcPts val="0"/>
              </a:spcAft>
              <a:buClr>
                <a:schemeClr val="dk2"/>
              </a:buClr>
              <a:buSzPts val="2200"/>
              <a:buChar char="●"/>
            </a:pPr>
            <a:r>
              <a:rPr lang="en-US" sz="2200" dirty="0">
                <a:solidFill>
                  <a:schemeClr val="dk2"/>
                </a:solidFill>
              </a:rPr>
              <a:t>Activation function: tanh</a:t>
            </a:r>
            <a:endParaRPr sz="2200" dirty="0">
              <a:solidFill>
                <a:schemeClr val="dk2"/>
              </a:solidFill>
            </a:endParaRPr>
          </a:p>
          <a:p>
            <a:pPr marL="457200" lvl="0" indent="-368300" algn="l" rtl="0">
              <a:spcBef>
                <a:spcPts val="0"/>
              </a:spcBef>
              <a:spcAft>
                <a:spcPts val="0"/>
              </a:spcAft>
              <a:buClr>
                <a:schemeClr val="dk2"/>
              </a:buClr>
              <a:buSzPts val="2200"/>
              <a:buChar char="●"/>
            </a:pPr>
            <a:r>
              <a:rPr lang="en-US" sz="2200" dirty="0">
                <a:solidFill>
                  <a:schemeClr val="dk2"/>
                </a:solidFill>
              </a:rPr>
              <a:t>Regularization term (alpha) = 0.001</a:t>
            </a:r>
            <a:endParaRPr sz="2200" dirty="0">
              <a:solidFill>
                <a:schemeClr val="dk2"/>
              </a:solidFill>
            </a:endParaRPr>
          </a:p>
          <a:p>
            <a:pPr marL="457200" lvl="0" indent="-368300" algn="l" rtl="0">
              <a:spcBef>
                <a:spcPts val="0"/>
              </a:spcBef>
              <a:spcAft>
                <a:spcPts val="0"/>
              </a:spcAft>
              <a:buClr>
                <a:schemeClr val="dk2"/>
              </a:buClr>
              <a:buSzPts val="2200"/>
              <a:buChar char="●"/>
            </a:pPr>
            <a:r>
              <a:rPr lang="en-US" sz="2200" dirty="0">
                <a:solidFill>
                  <a:schemeClr val="dk2"/>
                </a:solidFill>
              </a:rPr>
              <a:t>2 hidden layers, 20 neurons &amp; 10 neurons</a:t>
            </a:r>
            <a:endParaRPr sz="2200" dirty="0">
              <a:solidFill>
                <a:schemeClr val="dk2"/>
              </a:solidFill>
            </a:endParaRPr>
          </a:p>
          <a:p>
            <a:pPr marL="457200" lvl="0" indent="-368300" algn="l" rtl="0">
              <a:spcBef>
                <a:spcPts val="0"/>
              </a:spcBef>
              <a:spcAft>
                <a:spcPts val="0"/>
              </a:spcAft>
              <a:buClr>
                <a:schemeClr val="dk2"/>
              </a:buClr>
              <a:buSzPts val="2200"/>
              <a:buChar char="●"/>
            </a:pPr>
            <a:r>
              <a:rPr lang="en-US" sz="2200" dirty="0">
                <a:solidFill>
                  <a:schemeClr val="dk2"/>
                </a:solidFill>
              </a:rPr>
              <a:t>Momentum = 0.95</a:t>
            </a:r>
            <a:endParaRPr sz="2200" dirty="0">
              <a:solidFill>
                <a:schemeClr val="dk2"/>
              </a:solidFill>
            </a:endParaRPr>
          </a:p>
          <a:p>
            <a:pPr marL="457200" lvl="0" indent="-368300" algn="l" rtl="0">
              <a:spcBef>
                <a:spcPts val="0"/>
              </a:spcBef>
              <a:spcAft>
                <a:spcPts val="0"/>
              </a:spcAft>
              <a:buClr>
                <a:schemeClr val="dk2"/>
              </a:buClr>
              <a:buSzPts val="2200"/>
              <a:buChar char="●"/>
            </a:pPr>
            <a:r>
              <a:rPr lang="en-US" sz="2200" dirty="0">
                <a:solidFill>
                  <a:schemeClr val="dk2"/>
                </a:solidFill>
              </a:rPr>
              <a:t>Weight </a:t>
            </a:r>
            <a:r>
              <a:rPr lang="en-US" sz="2200" dirty="0" err="1">
                <a:solidFill>
                  <a:schemeClr val="dk2"/>
                </a:solidFill>
              </a:rPr>
              <a:t>Opt</a:t>
            </a:r>
            <a:r>
              <a:rPr lang="en-US" sz="2200" dirty="0">
                <a:solidFill>
                  <a:schemeClr val="dk2"/>
                </a:solidFill>
              </a:rPr>
              <a:t> Solver = Stochastic Gradient Descent (SGD)</a:t>
            </a:r>
            <a:endParaRPr sz="2200" dirty="0">
              <a:solidFill>
                <a:schemeClr val="dk2"/>
              </a:solidFill>
            </a:endParaRPr>
          </a:p>
          <a:p>
            <a:pPr marL="457200" lvl="0" indent="-368300" algn="l" rtl="0">
              <a:spcBef>
                <a:spcPts val="0"/>
              </a:spcBef>
              <a:spcAft>
                <a:spcPts val="0"/>
              </a:spcAft>
              <a:buClr>
                <a:schemeClr val="dk2"/>
              </a:buClr>
              <a:buSzPts val="2200"/>
              <a:buChar char="●"/>
            </a:pPr>
            <a:r>
              <a:rPr lang="en-US" sz="2200" dirty="0">
                <a:solidFill>
                  <a:schemeClr val="dk2"/>
                </a:solidFill>
              </a:rPr>
              <a:t>Number of Epochs = 500</a:t>
            </a:r>
            <a:endParaRPr sz="2200" dirty="0">
              <a:solidFill>
                <a:schemeClr val="dk2"/>
              </a:solidFill>
            </a:endParaRPr>
          </a:p>
        </p:txBody>
      </p:sp>
      <p:sp>
        <p:nvSpPr>
          <p:cNvPr id="253" name="Google Shape;253;g36a2e00ab1f_0_154"/>
          <p:cNvSpPr txBox="1"/>
          <p:nvPr/>
        </p:nvSpPr>
        <p:spPr>
          <a:xfrm>
            <a:off x="1371600" y="5344800"/>
            <a:ext cx="77487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Best LOSO Test </a:t>
            </a:r>
            <a:r>
              <a:rPr lang="en-US" sz="2400" u="sng">
                <a:solidFill>
                  <a:schemeClr val="dk2"/>
                </a:solidFill>
              </a:rPr>
              <a:t>Accuracy</a:t>
            </a:r>
            <a:r>
              <a:rPr lang="en-US" sz="2400">
                <a:solidFill>
                  <a:schemeClr val="dk2"/>
                </a:solidFill>
              </a:rPr>
              <a:t>: ~0.77</a:t>
            </a:r>
            <a:endParaRPr sz="24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8"/>
        <p:cNvGrpSpPr/>
        <p:nvPr/>
      </p:nvGrpSpPr>
      <p:grpSpPr>
        <a:xfrm>
          <a:off x="0" y="0"/>
          <a:ext cx="0" cy="0"/>
          <a:chOff x="0" y="0"/>
          <a:chExt cx="0" cy="0"/>
        </a:xfrm>
      </p:grpSpPr>
      <p:sp>
        <p:nvSpPr>
          <p:cNvPr id="259" name="Google Shape;259;g36a2e00ab1f_0_209"/>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MLP (Neural Network) Results</a:t>
            </a:r>
            <a:endParaRPr sz="3200" b="1" i="0" u="sng" strike="noStrike" cap="none">
              <a:solidFill>
                <a:schemeClr val="dk2"/>
              </a:solidFill>
              <a:latin typeface="Arial"/>
              <a:ea typeface="Arial"/>
              <a:cs typeface="Arial"/>
              <a:sym typeface="Arial"/>
            </a:endParaRPr>
          </a:p>
        </p:txBody>
      </p:sp>
      <p:pic>
        <p:nvPicPr>
          <p:cNvPr id="3" name="Picture 2" descr="A graph of a number of people">
            <a:extLst>
              <a:ext uri="{FF2B5EF4-FFF2-40B4-BE49-F238E27FC236}">
                <a16:creationId xmlns:a16="http://schemas.microsoft.com/office/drawing/2014/main" id="{B5C5D0B0-DA84-5182-2D46-757460ABA66D}"/>
              </a:ext>
            </a:extLst>
          </p:cNvPr>
          <p:cNvPicPr>
            <a:picLocks noChangeAspect="1"/>
          </p:cNvPicPr>
          <p:nvPr/>
        </p:nvPicPr>
        <p:blipFill>
          <a:blip r:embed="rId3"/>
          <a:stretch>
            <a:fillRect/>
          </a:stretch>
        </p:blipFill>
        <p:spPr>
          <a:xfrm>
            <a:off x="5630778" y="1171287"/>
            <a:ext cx="6561221" cy="5681881"/>
          </a:xfrm>
          <a:prstGeom prst="rect">
            <a:avLst/>
          </a:prstGeom>
        </p:spPr>
      </p:pic>
      <p:pic>
        <p:nvPicPr>
          <p:cNvPr id="5" name="Picture 4">
            <a:extLst>
              <a:ext uri="{FF2B5EF4-FFF2-40B4-BE49-F238E27FC236}">
                <a16:creationId xmlns:a16="http://schemas.microsoft.com/office/drawing/2014/main" id="{4823953C-846C-DAFD-52E7-100E8997856B}"/>
              </a:ext>
            </a:extLst>
          </p:cNvPr>
          <p:cNvPicPr>
            <a:picLocks noChangeAspect="1"/>
          </p:cNvPicPr>
          <p:nvPr/>
        </p:nvPicPr>
        <p:blipFill>
          <a:blip r:embed="rId4"/>
          <a:stretch>
            <a:fillRect/>
          </a:stretch>
        </p:blipFill>
        <p:spPr>
          <a:xfrm>
            <a:off x="616046" y="1171287"/>
            <a:ext cx="4842430" cy="36092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g36a2e00ab1f_0_144"/>
          <p:cNvSpPr txBox="1"/>
          <p:nvPr/>
        </p:nvSpPr>
        <p:spPr>
          <a:xfrm>
            <a:off x="757950"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a:solidFill>
                  <a:schemeClr val="dk2"/>
                </a:solidFill>
              </a:rPr>
              <a:t>Raw Data and Structure</a:t>
            </a:r>
            <a:endParaRPr sz="3200" b="1" i="0" u="sng" strike="noStrike" cap="none">
              <a:solidFill>
                <a:schemeClr val="dk2"/>
              </a:solidFill>
              <a:latin typeface="Arial"/>
              <a:ea typeface="Arial"/>
              <a:cs typeface="Arial"/>
              <a:sym typeface="Arial"/>
            </a:endParaRPr>
          </a:p>
        </p:txBody>
      </p:sp>
      <p:sp>
        <p:nvSpPr>
          <p:cNvPr id="268" name="Google Shape;268;g36a2e00ab1f_0_144"/>
          <p:cNvSpPr txBox="1"/>
          <p:nvPr/>
        </p:nvSpPr>
        <p:spPr>
          <a:xfrm>
            <a:off x="1374425" y="981325"/>
            <a:ext cx="59388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Selected </a:t>
            </a:r>
            <a:r>
              <a:rPr lang="en-US" sz="2400" b="1">
                <a:solidFill>
                  <a:schemeClr val="dk2"/>
                </a:solidFill>
              </a:rPr>
              <a:t>“Left Pocket” </a:t>
            </a:r>
            <a:r>
              <a:rPr lang="en-US" sz="2400">
                <a:solidFill>
                  <a:schemeClr val="dk2"/>
                </a:solidFill>
              </a:rPr>
              <a:t>as our data set</a:t>
            </a:r>
            <a:endParaRPr sz="2400">
              <a:solidFill>
                <a:schemeClr val="dk2"/>
              </a:solidFill>
            </a:endParaRPr>
          </a:p>
          <a:p>
            <a:pPr marL="0" lvl="0" indent="0" algn="l" rtl="0">
              <a:spcBef>
                <a:spcPts val="0"/>
              </a:spcBef>
              <a:spcAft>
                <a:spcPts val="0"/>
              </a:spcAft>
              <a:buNone/>
            </a:pPr>
            <a:endParaRPr sz="2400">
              <a:solidFill>
                <a:schemeClr val="dk2"/>
              </a:solidFill>
            </a:endParaRPr>
          </a:p>
          <a:p>
            <a:pPr marL="0" lvl="0" indent="0" algn="l" rtl="0">
              <a:spcBef>
                <a:spcPts val="0"/>
              </a:spcBef>
              <a:spcAft>
                <a:spcPts val="0"/>
              </a:spcAft>
              <a:buNone/>
            </a:pPr>
            <a:endParaRPr sz="2400">
              <a:solidFill>
                <a:schemeClr val="dk2"/>
              </a:solidFill>
            </a:endParaRPr>
          </a:p>
        </p:txBody>
      </p:sp>
      <p:sp>
        <p:nvSpPr>
          <p:cNvPr id="269" name="Google Shape;269;g36a2e00ab1f_0_144"/>
          <p:cNvSpPr txBox="1"/>
          <p:nvPr/>
        </p:nvSpPr>
        <p:spPr>
          <a:xfrm>
            <a:off x="1374425" y="1773300"/>
            <a:ext cx="7353000" cy="5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rPr>
              <a:t>Extract selected data for each participant</a:t>
            </a:r>
            <a:endParaRPr sz="2400">
              <a:solidFill>
                <a:schemeClr val="dk2"/>
              </a:solidFill>
            </a:endParaRPr>
          </a:p>
        </p:txBody>
      </p:sp>
      <p:sp>
        <p:nvSpPr>
          <p:cNvPr id="270" name="Google Shape;270;g36a2e00ab1f_0_144"/>
          <p:cNvSpPr txBox="1"/>
          <p:nvPr/>
        </p:nvSpPr>
        <p:spPr>
          <a:xfrm>
            <a:off x="1374425" y="2597075"/>
            <a:ext cx="81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2"/>
              </a:solidFill>
              <a:latin typeface="Libre Franklin"/>
              <a:ea typeface="Libre Franklin"/>
              <a:cs typeface="Libre Franklin"/>
              <a:sym typeface="Libre Franklin"/>
            </a:endParaRPr>
          </a:p>
        </p:txBody>
      </p:sp>
      <p:pic>
        <p:nvPicPr>
          <p:cNvPr id="271" name="Google Shape;271;g36a2e00ab1f_0_144"/>
          <p:cNvPicPr preferRelativeResize="0"/>
          <p:nvPr/>
        </p:nvPicPr>
        <p:blipFill>
          <a:blip r:embed="rId3">
            <a:alphaModFix/>
          </a:blip>
          <a:stretch>
            <a:fillRect/>
          </a:stretch>
        </p:blipFill>
        <p:spPr>
          <a:xfrm>
            <a:off x="1770275" y="2597064"/>
            <a:ext cx="4444400" cy="1636825"/>
          </a:xfrm>
          <a:prstGeom prst="rect">
            <a:avLst/>
          </a:prstGeom>
          <a:noFill/>
          <a:ln>
            <a:noFill/>
          </a:ln>
        </p:spPr>
      </p:pic>
      <p:pic>
        <p:nvPicPr>
          <p:cNvPr id="272" name="Google Shape;272;g36a2e00ab1f_0_144"/>
          <p:cNvPicPr preferRelativeResize="0"/>
          <p:nvPr/>
        </p:nvPicPr>
        <p:blipFill>
          <a:blip r:embed="rId4">
            <a:alphaModFix/>
          </a:blip>
          <a:stretch>
            <a:fillRect/>
          </a:stretch>
        </p:blipFill>
        <p:spPr>
          <a:xfrm>
            <a:off x="7426725" y="2597075"/>
            <a:ext cx="960975" cy="16503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a:extLst>
            <a:ext uri="{FF2B5EF4-FFF2-40B4-BE49-F238E27FC236}">
              <a16:creationId xmlns:a16="http://schemas.microsoft.com/office/drawing/2014/main" id="{2DE5275D-5F71-A08C-B5CB-C119AED70783}"/>
            </a:ext>
          </a:extLst>
        </p:cNvPr>
        <p:cNvGrpSpPr/>
        <p:nvPr/>
      </p:nvGrpSpPr>
      <p:grpSpPr>
        <a:xfrm>
          <a:off x="0" y="0"/>
          <a:ext cx="0" cy="0"/>
          <a:chOff x="0" y="0"/>
          <a:chExt cx="0" cy="0"/>
        </a:xfrm>
      </p:grpSpPr>
      <p:sp>
        <p:nvSpPr>
          <p:cNvPr id="267" name="Google Shape;267;g36a2e00ab1f_0_144">
            <a:extLst>
              <a:ext uri="{FF2B5EF4-FFF2-40B4-BE49-F238E27FC236}">
                <a16:creationId xmlns:a16="http://schemas.microsoft.com/office/drawing/2014/main" id="{561423AA-7149-75CA-99A4-6E49FAEBAE3C}"/>
              </a:ext>
            </a:extLst>
          </p:cNvPr>
          <p:cNvSpPr txBox="1"/>
          <p:nvPr/>
        </p:nvSpPr>
        <p:spPr>
          <a:xfrm>
            <a:off x="806076"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dirty="0">
                <a:solidFill>
                  <a:schemeClr val="dk2"/>
                </a:solidFill>
              </a:rPr>
              <a:t>Combining Labels</a:t>
            </a:r>
            <a:endParaRPr sz="3200" b="1" i="0" u="sng" strike="noStrike" cap="none" dirty="0">
              <a:solidFill>
                <a:schemeClr val="dk2"/>
              </a:solidFill>
              <a:latin typeface="Arial"/>
              <a:ea typeface="Arial"/>
              <a:cs typeface="Arial"/>
              <a:sym typeface="Arial"/>
            </a:endParaRPr>
          </a:p>
        </p:txBody>
      </p:sp>
      <p:sp>
        <p:nvSpPr>
          <p:cNvPr id="270" name="Google Shape;270;g36a2e00ab1f_0_144">
            <a:extLst>
              <a:ext uri="{FF2B5EF4-FFF2-40B4-BE49-F238E27FC236}">
                <a16:creationId xmlns:a16="http://schemas.microsoft.com/office/drawing/2014/main" id="{3A669EC7-F846-1DB8-2D7B-DCEFD90C6E62}"/>
              </a:ext>
            </a:extLst>
          </p:cNvPr>
          <p:cNvSpPr txBox="1"/>
          <p:nvPr/>
        </p:nvSpPr>
        <p:spPr>
          <a:xfrm>
            <a:off x="4763084" y="1140861"/>
            <a:ext cx="8144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dk2"/>
                </a:solidFill>
                <a:latin typeface="Libre Franklin"/>
                <a:ea typeface="Libre Franklin"/>
                <a:cs typeface="Libre Franklin"/>
                <a:sym typeface="Libre Franklin"/>
              </a:rPr>
              <a:t>Increased Accuracy after retraining the optimal models</a:t>
            </a:r>
            <a:endParaRPr sz="2000" dirty="0">
              <a:solidFill>
                <a:schemeClr val="dk2"/>
              </a:solidFill>
              <a:latin typeface="Libre Franklin"/>
              <a:ea typeface="Libre Franklin"/>
              <a:cs typeface="Libre Franklin"/>
              <a:sym typeface="Libre Franklin"/>
            </a:endParaRPr>
          </a:p>
        </p:txBody>
      </p:sp>
      <p:sp>
        <p:nvSpPr>
          <p:cNvPr id="6" name="Google Shape;267;g36a2e00ab1f_0_144">
            <a:extLst>
              <a:ext uri="{FF2B5EF4-FFF2-40B4-BE49-F238E27FC236}">
                <a16:creationId xmlns:a16="http://schemas.microsoft.com/office/drawing/2014/main" id="{AA6335C7-1E78-966F-C77E-1BB9EF03738E}"/>
              </a:ext>
            </a:extLst>
          </p:cNvPr>
          <p:cNvSpPr txBox="1"/>
          <p:nvPr/>
        </p:nvSpPr>
        <p:spPr>
          <a:xfrm>
            <a:off x="990560" y="994611"/>
            <a:ext cx="7748700" cy="785100"/>
          </a:xfrm>
          <a:prstGeom prst="rect">
            <a:avLst/>
          </a:prstGeom>
          <a:noFill/>
          <a:ln>
            <a:noFill/>
          </a:ln>
        </p:spPr>
        <p:txBody>
          <a:bodyPr spcFirstLastPara="1" wrap="square" lIns="91425" tIns="91425" rIns="91425" bIns="91425" anchor="t" anchorCtr="0">
            <a:noAutofit/>
          </a:bodyPr>
          <a:lstStyle/>
          <a:p>
            <a:pPr marL="457200" marR="0" lvl="0" indent="-457200" algn="l" rtl="0">
              <a:lnSpc>
                <a:spcPct val="100000"/>
              </a:lnSpc>
              <a:spcBef>
                <a:spcPts val="0"/>
              </a:spcBef>
              <a:spcAft>
                <a:spcPts val="0"/>
              </a:spcAft>
              <a:buClr>
                <a:srgbClr val="000000"/>
              </a:buClr>
              <a:buSzPts val="3200"/>
              <a:buFont typeface="Arial" panose="020B0604020202020204" pitchFamily="34" charset="0"/>
              <a:buChar char="•"/>
            </a:pPr>
            <a:r>
              <a:rPr lang="en-US" b="1" i="0" u="sng" strike="noStrike" cap="none" dirty="0">
                <a:solidFill>
                  <a:schemeClr val="dk2"/>
                </a:solidFill>
                <a:latin typeface="Arial"/>
                <a:ea typeface="Arial"/>
                <a:cs typeface="Arial"/>
                <a:sym typeface="Arial"/>
              </a:rPr>
              <a:t>Sitting – Standing</a:t>
            </a:r>
          </a:p>
          <a:p>
            <a:pPr marL="457200" marR="0" lvl="0" indent="-457200" algn="l" rtl="0">
              <a:lnSpc>
                <a:spcPct val="100000"/>
              </a:lnSpc>
              <a:spcBef>
                <a:spcPts val="0"/>
              </a:spcBef>
              <a:spcAft>
                <a:spcPts val="0"/>
              </a:spcAft>
              <a:buClr>
                <a:srgbClr val="000000"/>
              </a:buClr>
              <a:buSzPts val="3200"/>
              <a:buFont typeface="Arial" panose="020B0604020202020204" pitchFamily="34" charset="0"/>
              <a:buChar char="•"/>
            </a:pPr>
            <a:r>
              <a:rPr lang="en-US" b="1" u="sng" dirty="0">
                <a:solidFill>
                  <a:schemeClr val="dk2"/>
                </a:solidFill>
              </a:rPr>
              <a:t>Upstairs - Downstairs</a:t>
            </a:r>
            <a:endParaRPr b="1" i="0" u="sng" strike="noStrike" cap="none" dirty="0">
              <a:solidFill>
                <a:schemeClr val="dk2"/>
              </a:solidFill>
              <a:latin typeface="Arial"/>
              <a:ea typeface="Arial"/>
              <a:cs typeface="Arial"/>
              <a:sym typeface="Arial"/>
            </a:endParaRPr>
          </a:p>
        </p:txBody>
      </p:sp>
      <p:sp>
        <p:nvSpPr>
          <p:cNvPr id="7" name="Arrow: Right 6">
            <a:extLst>
              <a:ext uri="{FF2B5EF4-FFF2-40B4-BE49-F238E27FC236}">
                <a16:creationId xmlns:a16="http://schemas.microsoft.com/office/drawing/2014/main" id="{27ADE4DC-EB8B-FED2-DC34-3AF38A439D87}"/>
              </a:ext>
            </a:extLst>
          </p:cNvPr>
          <p:cNvSpPr/>
          <p:nvPr/>
        </p:nvSpPr>
        <p:spPr>
          <a:xfrm>
            <a:off x="3657600" y="1140861"/>
            <a:ext cx="968188" cy="492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9" name="Picture 8">
            <a:extLst>
              <a:ext uri="{FF2B5EF4-FFF2-40B4-BE49-F238E27FC236}">
                <a16:creationId xmlns:a16="http://schemas.microsoft.com/office/drawing/2014/main" id="{951F6F6A-9B61-0224-9B5D-D46CA6BADC54}"/>
              </a:ext>
            </a:extLst>
          </p:cNvPr>
          <p:cNvPicPr>
            <a:picLocks noChangeAspect="1"/>
          </p:cNvPicPr>
          <p:nvPr/>
        </p:nvPicPr>
        <p:blipFill>
          <a:blip r:embed="rId3"/>
          <a:stretch>
            <a:fillRect/>
          </a:stretch>
        </p:blipFill>
        <p:spPr>
          <a:xfrm>
            <a:off x="806076" y="2389639"/>
            <a:ext cx="5256496" cy="3289661"/>
          </a:xfrm>
          <a:prstGeom prst="rect">
            <a:avLst/>
          </a:prstGeom>
        </p:spPr>
      </p:pic>
      <p:pic>
        <p:nvPicPr>
          <p:cNvPr id="11" name="Picture 10">
            <a:extLst>
              <a:ext uri="{FF2B5EF4-FFF2-40B4-BE49-F238E27FC236}">
                <a16:creationId xmlns:a16="http://schemas.microsoft.com/office/drawing/2014/main" id="{67CCC917-FE02-4C9D-5C19-361ED4F30AB5}"/>
              </a:ext>
            </a:extLst>
          </p:cNvPr>
          <p:cNvPicPr>
            <a:picLocks noChangeAspect="1"/>
          </p:cNvPicPr>
          <p:nvPr/>
        </p:nvPicPr>
        <p:blipFill>
          <a:blip r:embed="rId4"/>
          <a:stretch>
            <a:fillRect/>
          </a:stretch>
        </p:blipFill>
        <p:spPr>
          <a:xfrm>
            <a:off x="6115703" y="1683224"/>
            <a:ext cx="5968691" cy="5045476"/>
          </a:xfrm>
          <a:prstGeom prst="rect">
            <a:avLst/>
          </a:prstGeom>
        </p:spPr>
      </p:pic>
      <p:pic>
        <p:nvPicPr>
          <p:cNvPr id="13" name="Picture 12">
            <a:extLst>
              <a:ext uri="{FF2B5EF4-FFF2-40B4-BE49-F238E27FC236}">
                <a16:creationId xmlns:a16="http://schemas.microsoft.com/office/drawing/2014/main" id="{96BB6162-22DE-F359-948D-3F75898A5CC8}"/>
              </a:ext>
            </a:extLst>
          </p:cNvPr>
          <p:cNvPicPr>
            <a:picLocks noChangeAspect="1"/>
          </p:cNvPicPr>
          <p:nvPr/>
        </p:nvPicPr>
        <p:blipFill>
          <a:blip r:embed="rId5"/>
          <a:stretch>
            <a:fillRect/>
          </a:stretch>
        </p:blipFill>
        <p:spPr>
          <a:xfrm>
            <a:off x="626895" y="7185171"/>
            <a:ext cx="4053531" cy="1936183"/>
          </a:xfrm>
          <a:prstGeom prst="rect">
            <a:avLst/>
          </a:prstGeom>
        </p:spPr>
      </p:pic>
    </p:spTree>
    <p:extLst>
      <p:ext uri="{BB962C8B-B14F-4D97-AF65-F5344CB8AC3E}">
        <p14:creationId xmlns:p14="http://schemas.microsoft.com/office/powerpoint/2010/main" val="11795922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a:extLst>
            <a:ext uri="{FF2B5EF4-FFF2-40B4-BE49-F238E27FC236}">
              <a16:creationId xmlns:a16="http://schemas.microsoft.com/office/drawing/2014/main" id="{1D876664-3051-9B46-7DC1-7998C343022F}"/>
            </a:ext>
          </a:extLst>
        </p:cNvPr>
        <p:cNvGrpSpPr/>
        <p:nvPr/>
      </p:nvGrpSpPr>
      <p:grpSpPr>
        <a:xfrm>
          <a:off x="0" y="0"/>
          <a:ext cx="0" cy="0"/>
          <a:chOff x="0" y="0"/>
          <a:chExt cx="0" cy="0"/>
        </a:xfrm>
      </p:grpSpPr>
      <p:sp>
        <p:nvSpPr>
          <p:cNvPr id="267" name="Google Shape;267;g36a2e00ab1f_0_144">
            <a:extLst>
              <a:ext uri="{FF2B5EF4-FFF2-40B4-BE49-F238E27FC236}">
                <a16:creationId xmlns:a16="http://schemas.microsoft.com/office/drawing/2014/main" id="{404E1DB4-705E-D00F-48DA-5308DBDAFCEE}"/>
              </a:ext>
            </a:extLst>
          </p:cNvPr>
          <p:cNvSpPr txBox="1"/>
          <p:nvPr/>
        </p:nvSpPr>
        <p:spPr>
          <a:xfrm>
            <a:off x="806076"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dirty="0">
                <a:solidFill>
                  <a:schemeClr val="dk2"/>
                </a:solidFill>
              </a:rPr>
              <a:t>Combining Labels</a:t>
            </a:r>
            <a:endParaRPr sz="3200" b="1" i="0" u="sng" strike="noStrike" cap="none" dirty="0">
              <a:solidFill>
                <a:schemeClr val="dk2"/>
              </a:solidFill>
              <a:latin typeface="Arial"/>
              <a:ea typeface="Arial"/>
              <a:cs typeface="Arial"/>
              <a:sym typeface="Arial"/>
            </a:endParaRPr>
          </a:p>
        </p:txBody>
      </p:sp>
      <p:sp>
        <p:nvSpPr>
          <p:cNvPr id="270" name="Google Shape;270;g36a2e00ab1f_0_144">
            <a:extLst>
              <a:ext uri="{FF2B5EF4-FFF2-40B4-BE49-F238E27FC236}">
                <a16:creationId xmlns:a16="http://schemas.microsoft.com/office/drawing/2014/main" id="{C3456B23-025C-2174-ED77-EC1CF76DB87B}"/>
              </a:ext>
            </a:extLst>
          </p:cNvPr>
          <p:cNvSpPr txBox="1"/>
          <p:nvPr/>
        </p:nvSpPr>
        <p:spPr>
          <a:xfrm>
            <a:off x="731855" y="2256135"/>
            <a:ext cx="4610166"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dk2"/>
                </a:solidFill>
                <a:latin typeface="Libre Franklin"/>
                <a:ea typeface="Libre Franklin"/>
                <a:cs typeface="Libre Franklin"/>
                <a:sym typeface="Libre Franklin"/>
              </a:rPr>
              <a:t>Increased Accuracy after retraining the optimal models</a:t>
            </a:r>
          </a:p>
          <a:p>
            <a:pPr marL="0" lvl="0" indent="0" algn="l" rtl="0">
              <a:spcBef>
                <a:spcPts val="0"/>
              </a:spcBef>
              <a:spcAft>
                <a:spcPts val="0"/>
              </a:spcAft>
              <a:buNone/>
            </a:pPr>
            <a:r>
              <a:rPr lang="en-US" sz="2000" b="1" dirty="0">
                <a:solidFill>
                  <a:schemeClr val="dk2"/>
                </a:solidFill>
                <a:latin typeface="Libre Franklin"/>
                <a:ea typeface="Libre Franklin"/>
                <a:cs typeface="Libre Franklin"/>
                <a:sym typeface="Libre Franklin"/>
              </a:rPr>
              <a:t>SVM polynomial kernel degree 2</a:t>
            </a:r>
            <a:endParaRPr sz="2000" b="1" dirty="0">
              <a:solidFill>
                <a:schemeClr val="dk2"/>
              </a:solidFill>
              <a:latin typeface="Libre Franklin"/>
              <a:ea typeface="Libre Franklin"/>
              <a:cs typeface="Libre Franklin"/>
              <a:sym typeface="Libre Franklin"/>
            </a:endParaRPr>
          </a:p>
        </p:txBody>
      </p:sp>
      <p:sp>
        <p:nvSpPr>
          <p:cNvPr id="6" name="Google Shape;267;g36a2e00ab1f_0_144">
            <a:extLst>
              <a:ext uri="{FF2B5EF4-FFF2-40B4-BE49-F238E27FC236}">
                <a16:creationId xmlns:a16="http://schemas.microsoft.com/office/drawing/2014/main" id="{2577DAC7-2DDB-EF7A-5558-422F84161C8F}"/>
              </a:ext>
            </a:extLst>
          </p:cNvPr>
          <p:cNvSpPr txBox="1"/>
          <p:nvPr/>
        </p:nvSpPr>
        <p:spPr>
          <a:xfrm>
            <a:off x="485234" y="1080245"/>
            <a:ext cx="4000269" cy="785100"/>
          </a:xfrm>
          <a:prstGeom prst="rect">
            <a:avLst/>
          </a:prstGeom>
          <a:noFill/>
          <a:ln>
            <a:noFill/>
          </a:ln>
        </p:spPr>
        <p:txBody>
          <a:bodyPr spcFirstLastPara="1" wrap="square" lIns="91425" tIns="91425" rIns="91425" bIns="91425" anchor="t" anchorCtr="0">
            <a:noAutofit/>
          </a:bodyPr>
          <a:lstStyle/>
          <a:p>
            <a:pPr marL="457200" marR="0" lvl="0" indent="-457200" algn="l" rtl="0">
              <a:lnSpc>
                <a:spcPct val="100000"/>
              </a:lnSpc>
              <a:spcBef>
                <a:spcPts val="0"/>
              </a:spcBef>
              <a:spcAft>
                <a:spcPts val="0"/>
              </a:spcAft>
              <a:buClr>
                <a:srgbClr val="000000"/>
              </a:buClr>
              <a:buSzPts val="3200"/>
              <a:buFont typeface="Arial" panose="020B0604020202020204" pitchFamily="34" charset="0"/>
              <a:buChar char="•"/>
            </a:pPr>
            <a:r>
              <a:rPr lang="en-US" sz="2000" b="1" i="0" u="sng" strike="noStrike" cap="none" dirty="0">
                <a:solidFill>
                  <a:schemeClr val="dk2"/>
                </a:solidFill>
                <a:latin typeface="Arial"/>
                <a:ea typeface="Arial"/>
                <a:cs typeface="Arial"/>
                <a:sym typeface="Arial"/>
              </a:rPr>
              <a:t>Sitting – Standing</a:t>
            </a:r>
          </a:p>
          <a:p>
            <a:pPr marL="457200" marR="0" lvl="0" indent="-457200" algn="l" rtl="0">
              <a:lnSpc>
                <a:spcPct val="100000"/>
              </a:lnSpc>
              <a:spcBef>
                <a:spcPts val="0"/>
              </a:spcBef>
              <a:spcAft>
                <a:spcPts val="0"/>
              </a:spcAft>
              <a:buClr>
                <a:srgbClr val="000000"/>
              </a:buClr>
              <a:buSzPts val="3200"/>
              <a:buFont typeface="Arial" panose="020B0604020202020204" pitchFamily="34" charset="0"/>
              <a:buChar char="•"/>
            </a:pPr>
            <a:r>
              <a:rPr lang="en-US" sz="2000" b="1" u="sng" dirty="0">
                <a:solidFill>
                  <a:schemeClr val="dk2"/>
                </a:solidFill>
              </a:rPr>
              <a:t>Upstairs - Downstairs</a:t>
            </a:r>
            <a:endParaRPr sz="2000" b="1" i="0" u="sng" strike="noStrike" cap="none" dirty="0">
              <a:solidFill>
                <a:schemeClr val="dk2"/>
              </a:solidFill>
              <a:latin typeface="Arial"/>
              <a:ea typeface="Arial"/>
              <a:cs typeface="Arial"/>
              <a:sym typeface="Arial"/>
            </a:endParaRPr>
          </a:p>
        </p:txBody>
      </p:sp>
      <p:pic>
        <p:nvPicPr>
          <p:cNvPr id="9" name="Picture 8">
            <a:extLst>
              <a:ext uri="{FF2B5EF4-FFF2-40B4-BE49-F238E27FC236}">
                <a16:creationId xmlns:a16="http://schemas.microsoft.com/office/drawing/2014/main" id="{ABE6B304-C4E8-F587-A98F-4EDDC0E1DA5E}"/>
              </a:ext>
            </a:extLst>
          </p:cNvPr>
          <p:cNvPicPr>
            <a:picLocks noChangeAspect="1"/>
          </p:cNvPicPr>
          <p:nvPr/>
        </p:nvPicPr>
        <p:blipFill>
          <a:blip r:embed="rId3"/>
          <a:stretch>
            <a:fillRect/>
          </a:stretch>
        </p:blipFill>
        <p:spPr>
          <a:xfrm>
            <a:off x="597529" y="7474987"/>
            <a:ext cx="5256496" cy="3289661"/>
          </a:xfrm>
          <a:prstGeom prst="rect">
            <a:avLst/>
          </a:prstGeom>
        </p:spPr>
      </p:pic>
      <p:pic>
        <p:nvPicPr>
          <p:cNvPr id="11" name="Picture 10">
            <a:extLst>
              <a:ext uri="{FF2B5EF4-FFF2-40B4-BE49-F238E27FC236}">
                <a16:creationId xmlns:a16="http://schemas.microsoft.com/office/drawing/2014/main" id="{B5C435F9-B76A-6DF1-E020-6DD9A2C65736}"/>
              </a:ext>
            </a:extLst>
          </p:cNvPr>
          <p:cNvPicPr>
            <a:picLocks noChangeAspect="1"/>
          </p:cNvPicPr>
          <p:nvPr/>
        </p:nvPicPr>
        <p:blipFill>
          <a:blip r:embed="rId4"/>
          <a:stretch>
            <a:fillRect/>
          </a:stretch>
        </p:blipFill>
        <p:spPr>
          <a:xfrm>
            <a:off x="5892210" y="100145"/>
            <a:ext cx="5968691" cy="5045476"/>
          </a:xfrm>
          <a:prstGeom prst="rect">
            <a:avLst/>
          </a:prstGeom>
        </p:spPr>
      </p:pic>
      <p:pic>
        <p:nvPicPr>
          <p:cNvPr id="13" name="Picture 12">
            <a:extLst>
              <a:ext uri="{FF2B5EF4-FFF2-40B4-BE49-F238E27FC236}">
                <a16:creationId xmlns:a16="http://schemas.microsoft.com/office/drawing/2014/main" id="{85CF83E4-D68D-67CE-3911-BFB856A1F841}"/>
              </a:ext>
            </a:extLst>
          </p:cNvPr>
          <p:cNvPicPr>
            <a:picLocks noChangeAspect="1"/>
          </p:cNvPicPr>
          <p:nvPr/>
        </p:nvPicPr>
        <p:blipFill>
          <a:blip r:embed="rId5"/>
          <a:stretch>
            <a:fillRect/>
          </a:stretch>
        </p:blipFill>
        <p:spPr>
          <a:xfrm>
            <a:off x="0" y="3666635"/>
            <a:ext cx="6887129" cy="3289661"/>
          </a:xfrm>
          <a:prstGeom prst="rect">
            <a:avLst/>
          </a:prstGeom>
        </p:spPr>
      </p:pic>
      <p:pic>
        <p:nvPicPr>
          <p:cNvPr id="3" name="Picture 2">
            <a:extLst>
              <a:ext uri="{FF2B5EF4-FFF2-40B4-BE49-F238E27FC236}">
                <a16:creationId xmlns:a16="http://schemas.microsoft.com/office/drawing/2014/main" id="{FEFF5686-2FD3-0E5A-4509-06C50D3F7C72}"/>
              </a:ext>
            </a:extLst>
          </p:cNvPr>
          <p:cNvPicPr>
            <a:picLocks noChangeAspect="1"/>
          </p:cNvPicPr>
          <p:nvPr/>
        </p:nvPicPr>
        <p:blipFill>
          <a:blip r:embed="rId6"/>
          <a:stretch>
            <a:fillRect/>
          </a:stretch>
        </p:blipFill>
        <p:spPr>
          <a:xfrm>
            <a:off x="-3332486" y="613040"/>
            <a:ext cx="3267531" cy="2152950"/>
          </a:xfrm>
          <a:prstGeom prst="rect">
            <a:avLst/>
          </a:prstGeom>
        </p:spPr>
      </p:pic>
    </p:spTree>
    <p:extLst>
      <p:ext uri="{BB962C8B-B14F-4D97-AF65-F5344CB8AC3E}">
        <p14:creationId xmlns:p14="http://schemas.microsoft.com/office/powerpoint/2010/main" val="4473876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a:extLst>
            <a:ext uri="{FF2B5EF4-FFF2-40B4-BE49-F238E27FC236}">
              <a16:creationId xmlns:a16="http://schemas.microsoft.com/office/drawing/2014/main" id="{5DD018E6-9F23-3D90-62B4-2CF9EF0CF15B}"/>
            </a:ext>
          </a:extLst>
        </p:cNvPr>
        <p:cNvGrpSpPr/>
        <p:nvPr/>
      </p:nvGrpSpPr>
      <p:grpSpPr>
        <a:xfrm>
          <a:off x="0" y="0"/>
          <a:ext cx="0" cy="0"/>
          <a:chOff x="0" y="0"/>
          <a:chExt cx="0" cy="0"/>
        </a:xfrm>
      </p:grpSpPr>
      <p:sp>
        <p:nvSpPr>
          <p:cNvPr id="267" name="Google Shape;267;g36a2e00ab1f_0_144">
            <a:extLst>
              <a:ext uri="{FF2B5EF4-FFF2-40B4-BE49-F238E27FC236}">
                <a16:creationId xmlns:a16="http://schemas.microsoft.com/office/drawing/2014/main" id="{BECFE146-051A-1E5F-B478-FA6FEAABF33A}"/>
              </a:ext>
            </a:extLst>
          </p:cNvPr>
          <p:cNvSpPr txBox="1"/>
          <p:nvPr/>
        </p:nvSpPr>
        <p:spPr>
          <a:xfrm>
            <a:off x="806076" y="129300"/>
            <a:ext cx="7748700"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dirty="0">
                <a:solidFill>
                  <a:schemeClr val="dk2"/>
                </a:solidFill>
              </a:rPr>
              <a:t>Combining Labels</a:t>
            </a:r>
            <a:endParaRPr sz="3200" b="1" i="0" u="sng" strike="noStrike" cap="none" dirty="0">
              <a:solidFill>
                <a:schemeClr val="dk2"/>
              </a:solidFill>
              <a:latin typeface="Arial"/>
              <a:ea typeface="Arial"/>
              <a:cs typeface="Arial"/>
              <a:sym typeface="Arial"/>
            </a:endParaRPr>
          </a:p>
        </p:txBody>
      </p:sp>
      <p:sp>
        <p:nvSpPr>
          <p:cNvPr id="270" name="Google Shape;270;g36a2e00ab1f_0_144">
            <a:extLst>
              <a:ext uri="{FF2B5EF4-FFF2-40B4-BE49-F238E27FC236}">
                <a16:creationId xmlns:a16="http://schemas.microsoft.com/office/drawing/2014/main" id="{51391954-4A1E-2B50-3AC8-14ECD1FE4BEC}"/>
              </a:ext>
            </a:extLst>
          </p:cNvPr>
          <p:cNvSpPr txBox="1"/>
          <p:nvPr/>
        </p:nvSpPr>
        <p:spPr>
          <a:xfrm>
            <a:off x="731855" y="2256135"/>
            <a:ext cx="4221145"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dk2"/>
                </a:solidFill>
                <a:latin typeface="Libre Franklin"/>
                <a:ea typeface="Libre Franklin"/>
                <a:cs typeface="Libre Franklin"/>
                <a:sym typeface="Libre Franklin"/>
              </a:rPr>
              <a:t>Increased Accuracy after retraining the optimal models</a:t>
            </a:r>
          </a:p>
          <a:p>
            <a:pPr marL="0" lvl="0" indent="0" algn="l" rtl="0">
              <a:spcBef>
                <a:spcPts val="0"/>
              </a:spcBef>
              <a:spcAft>
                <a:spcPts val="0"/>
              </a:spcAft>
              <a:buNone/>
            </a:pPr>
            <a:r>
              <a:rPr lang="en-US" sz="2000" b="1" dirty="0">
                <a:solidFill>
                  <a:schemeClr val="dk2"/>
                </a:solidFill>
                <a:latin typeface="Libre Franklin"/>
                <a:ea typeface="Libre Franklin"/>
                <a:cs typeface="Libre Franklin"/>
                <a:sym typeface="Libre Franklin"/>
              </a:rPr>
              <a:t>SVM polynomial kernel</a:t>
            </a:r>
          </a:p>
          <a:p>
            <a:pPr marL="0" lvl="0" indent="0" algn="l" rtl="0">
              <a:spcBef>
                <a:spcPts val="0"/>
              </a:spcBef>
              <a:spcAft>
                <a:spcPts val="0"/>
              </a:spcAft>
              <a:buNone/>
            </a:pPr>
            <a:r>
              <a:rPr lang="en-US" sz="2000" b="1" dirty="0">
                <a:solidFill>
                  <a:schemeClr val="dk2"/>
                </a:solidFill>
                <a:latin typeface="Libre Franklin"/>
                <a:ea typeface="Libre Franklin"/>
                <a:cs typeface="Libre Franklin"/>
                <a:sym typeface="Libre Franklin"/>
              </a:rPr>
              <a:t> degree 2</a:t>
            </a:r>
            <a:endParaRPr sz="2000" b="1" dirty="0">
              <a:solidFill>
                <a:schemeClr val="dk2"/>
              </a:solidFill>
              <a:latin typeface="Libre Franklin"/>
              <a:ea typeface="Libre Franklin"/>
              <a:cs typeface="Libre Franklin"/>
              <a:sym typeface="Libre Franklin"/>
            </a:endParaRPr>
          </a:p>
        </p:txBody>
      </p:sp>
      <p:sp>
        <p:nvSpPr>
          <p:cNvPr id="6" name="Google Shape;267;g36a2e00ab1f_0_144">
            <a:extLst>
              <a:ext uri="{FF2B5EF4-FFF2-40B4-BE49-F238E27FC236}">
                <a16:creationId xmlns:a16="http://schemas.microsoft.com/office/drawing/2014/main" id="{96424FC1-DCF4-E031-C798-0A91FB4694BE}"/>
              </a:ext>
            </a:extLst>
          </p:cNvPr>
          <p:cNvSpPr txBox="1"/>
          <p:nvPr/>
        </p:nvSpPr>
        <p:spPr>
          <a:xfrm>
            <a:off x="485234" y="1080245"/>
            <a:ext cx="4000269" cy="785100"/>
          </a:xfrm>
          <a:prstGeom prst="rect">
            <a:avLst/>
          </a:prstGeom>
          <a:noFill/>
          <a:ln>
            <a:noFill/>
          </a:ln>
        </p:spPr>
        <p:txBody>
          <a:bodyPr spcFirstLastPara="1" wrap="square" lIns="91425" tIns="91425" rIns="91425" bIns="91425" anchor="t" anchorCtr="0">
            <a:noAutofit/>
          </a:bodyPr>
          <a:lstStyle/>
          <a:p>
            <a:pPr marL="457200" marR="0" lvl="0" indent="-457200" algn="l" rtl="0">
              <a:lnSpc>
                <a:spcPct val="100000"/>
              </a:lnSpc>
              <a:spcBef>
                <a:spcPts val="0"/>
              </a:spcBef>
              <a:spcAft>
                <a:spcPts val="0"/>
              </a:spcAft>
              <a:buClr>
                <a:srgbClr val="000000"/>
              </a:buClr>
              <a:buSzPts val="3200"/>
              <a:buFont typeface="Arial" panose="020B0604020202020204" pitchFamily="34" charset="0"/>
              <a:buChar char="•"/>
            </a:pPr>
            <a:r>
              <a:rPr lang="en-US" sz="2000" b="1" i="0" u="sng" strike="noStrike" cap="none" dirty="0">
                <a:solidFill>
                  <a:schemeClr val="dk2"/>
                </a:solidFill>
                <a:latin typeface="Arial"/>
                <a:ea typeface="Arial"/>
                <a:cs typeface="Arial"/>
                <a:sym typeface="Arial"/>
              </a:rPr>
              <a:t>Sitting – Standing</a:t>
            </a:r>
          </a:p>
          <a:p>
            <a:pPr marL="457200" marR="0" lvl="0" indent="-457200" algn="l" rtl="0">
              <a:lnSpc>
                <a:spcPct val="100000"/>
              </a:lnSpc>
              <a:spcBef>
                <a:spcPts val="0"/>
              </a:spcBef>
              <a:spcAft>
                <a:spcPts val="0"/>
              </a:spcAft>
              <a:buClr>
                <a:srgbClr val="000000"/>
              </a:buClr>
              <a:buSzPts val="3200"/>
              <a:buFont typeface="Arial" panose="020B0604020202020204" pitchFamily="34" charset="0"/>
              <a:buChar char="•"/>
            </a:pPr>
            <a:r>
              <a:rPr lang="en-US" sz="2000" b="1" u="sng" dirty="0">
                <a:solidFill>
                  <a:schemeClr val="dk2"/>
                </a:solidFill>
              </a:rPr>
              <a:t>Upstairs - Downstairs</a:t>
            </a:r>
            <a:endParaRPr sz="2000" b="1" i="0" u="sng" strike="noStrike" cap="none" dirty="0">
              <a:solidFill>
                <a:schemeClr val="dk2"/>
              </a:solidFill>
              <a:latin typeface="Arial"/>
              <a:ea typeface="Arial"/>
              <a:cs typeface="Arial"/>
              <a:sym typeface="Arial"/>
            </a:endParaRPr>
          </a:p>
        </p:txBody>
      </p:sp>
      <p:pic>
        <p:nvPicPr>
          <p:cNvPr id="9" name="Picture 8">
            <a:extLst>
              <a:ext uri="{FF2B5EF4-FFF2-40B4-BE49-F238E27FC236}">
                <a16:creationId xmlns:a16="http://schemas.microsoft.com/office/drawing/2014/main" id="{7CAFE248-5AC5-E23A-D591-0BA03A9650AB}"/>
              </a:ext>
            </a:extLst>
          </p:cNvPr>
          <p:cNvPicPr>
            <a:picLocks noChangeAspect="1"/>
          </p:cNvPicPr>
          <p:nvPr/>
        </p:nvPicPr>
        <p:blipFill>
          <a:blip r:embed="rId3"/>
          <a:stretch>
            <a:fillRect/>
          </a:stretch>
        </p:blipFill>
        <p:spPr>
          <a:xfrm>
            <a:off x="597529" y="7474987"/>
            <a:ext cx="5256496" cy="3289661"/>
          </a:xfrm>
          <a:prstGeom prst="rect">
            <a:avLst/>
          </a:prstGeom>
        </p:spPr>
      </p:pic>
      <p:pic>
        <p:nvPicPr>
          <p:cNvPr id="11" name="Picture 10">
            <a:extLst>
              <a:ext uri="{FF2B5EF4-FFF2-40B4-BE49-F238E27FC236}">
                <a16:creationId xmlns:a16="http://schemas.microsoft.com/office/drawing/2014/main" id="{8EE5E2AA-E92F-89E5-5C76-C334AD662946}"/>
              </a:ext>
            </a:extLst>
          </p:cNvPr>
          <p:cNvPicPr>
            <a:picLocks noChangeAspect="1"/>
          </p:cNvPicPr>
          <p:nvPr/>
        </p:nvPicPr>
        <p:blipFill>
          <a:blip r:embed="rId4"/>
          <a:stretch>
            <a:fillRect/>
          </a:stretch>
        </p:blipFill>
        <p:spPr>
          <a:xfrm>
            <a:off x="13169900" y="1354179"/>
            <a:ext cx="5968691" cy="5045476"/>
          </a:xfrm>
          <a:prstGeom prst="rect">
            <a:avLst/>
          </a:prstGeom>
        </p:spPr>
      </p:pic>
      <p:pic>
        <p:nvPicPr>
          <p:cNvPr id="13" name="Picture 12">
            <a:extLst>
              <a:ext uri="{FF2B5EF4-FFF2-40B4-BE49-F238E27FC236}">
                <a16:creationId xmlns:a16="http://schemas.microsoft.com/office/drawing/2014/main" id="{2F5CBE84-985B-70B3-1ED4-94E9C3C42930}"/>
              </a:ext>
            </a:extLst>
          </p:cNvPr>
          <p:cNvPicPr>
            <a:picLocks noChangeAspect="1"/>
          </p:cNvPicPr>
          <p:nvPr/>
        </p:nvPicPr>
        <p:blipFill>
          <a:blip r:embed="rId5"/>
          <a:stretch>
            <a:fillRect/>
          </a:stretch>
        </p:blipFill>
        <p:spPr>
          <a:xfrm>
            <a:off x="10337800" y="7474987"/>
            <a:ext cx="6887129" cy="3289661"/>
          </a:xfrm>
          <a:prstGeom prst="rect">
            <a:avLst/>
          </a:prstGeom>
        </p:spPr>
      </p:pic>
      <p:pic>
        <p:nvPicPr>
          <p:cNvPr id="3" name="Picture 2">
            <a:extLst>
              <a:ext uri="{FF2B5EF4-FFF2-40B4-BE49-F238E27FC236}">
                <a16:creationId xmlns:a16="http://schemas.microsoft.com/office/drawing/2014/main" id="{A950B3FF-82B3-8266-606D-5F39A0F8023F}"/>
              </a:ext>
            </a:extLst>
          </p:cNvPr>
          <p:cNvPicPr>
            <a:picLocks noChangeAspect="1"/>
          </p:cNvPicPr>
          <p:nvPr/>
        </p:nvPicPr>
        <p:blipFill>
          <a:blip r:embed="rId6"/>
          <a:stretch>
            <a:fillRect/>
          </a:stretch>
        </p:blipFill>
        <p:spPr>
          <a:xfrm>
            <a:off x="4575078" y="1802300"/>
            <a:ext cx="7476795" cy="4926400"/>
          </a:xfrm>
          <a:prstGeom prst="rect">
            <a:avLst/>
          </a:prstGeom>
        </p:spPr>
      </p:pic>
    </p:spTree>
    <p:extLst>
      <p:ext uri="{BB962C8B-B14F-4D97-AF65-F5344CB8AC3E}">
        <p14:creationId xmlns:p14="http://schemas.microsoft.com/office/powerpoint/2010/main" val="36558581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a:extLst>
            <a:ext uri="{FF2B5EF4-FFF2-40B4-BE49-F238E27FC236}">
              <a16:creationId xmlns:a16="http://schemas.microsoft.com/office/drawing/2014/main" id="{B22466FE-1354-0E21-D0F8-954055493450}"/>
            </a:ext>
          </a:extLst>
        </p:cNvPr>
        <p:cNvGrpSpPr/>
        <p:nvPr/>
      </p:nvGrpSpPr>
      <p:grpSpPr>
        <a:xfrm>
          <a:off x="0" y="0"/>
          <a:ext cx="0" cy="0"/>
          <a:chOff x="0" y="0"/>
          <a:chExt cx="0" cy="0"/>
        </a:xfrm>
      </p:grpSpPr>
      <p:sp>
        <p:nvSpPr>
          <p:cNvPr id="267" name="Google Shape;267;g36a2e00ab1f_0_144">
            <a:extLst>
              <a:ext uri="{FF2B5EF4-FFF2-40B4-BE49-F238E27FC236}">
                <a16:creationId xmlns:a16="http://schemas.microsoft.com/office/drawing/2014/main" id="{F57266DB-4D38-25D2-DCEA-D62EFB700148}"/>
              </a:ext>
            </a:extLst>
          </p:cNvPr>
          <p:cNvSpPr txBox="1"/>
          <p:nvPr/>
        </p:nvSpPr>
        <p:spPr>
          <a:xfrm>
            <a:off x="806075" y="129300"/>
            <a:ext cx="9273839"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dirty="0">
                <a:solidFill>
                  <a:schemeClr val="dk2"/>
                </a:solidFill>
              </a:rPr>
              <a:t>Comparing with other position of the sensor</a:t>
            </a:r>
            <a:endParaRPr sz="3200" b="1" i="0" u="sng" strike="noStrike" cap="none" dirty="0">
              <a:solidFill>
                <a:schemeClr val="dk2"/>
              </a:solidFill>
              <a:latin typeface="Arial"/>
              <a:ea typeface="Arial"/>
              <a:cs typeface="Arial"/>
              <a:sym typeface="Arial"/>
            </a:endParaRPr>
          </a:p>
        </p:txBody>
      </p:sp>
      <p:sp>
        <p:nvSpPr>
          <p:cNvPr id="270" name="Google Shape;270;g36a2e00ab1f_0_144">
            <a:extLst>
              <a:ext uri="{FF2B5EF4-FFF2-40B4-BE49-F238E27FC236}">
                <a16:creationId xmlns:a16="http://schemas.microsoft.com/office/drawing/2014/main" id="{1BEDAA87-C579-482D-B37E-6EC316E57760}"/>
              </a:ext>
            </a:extLst>
          </p:cNvPr>
          <p:cNvSpPr txBox="1"/>
          <p:nvPr/>
        </p:nvSpPr>
        <p:spPr>
          <a:xfrm>
            <a:off x="7721437" y="1287016"/>
            <a:ext cx="3003937" cy="492412"/>
          </a:xfrm>
          <a:prstGeom prst="rect">
            <a:avLst/>
          </a:prstGeom>
          <a:noFill/>
          <a:ln>
            <a:noFill/>
          </a:ln>
        </p:spPr>
        <p:txBody>
          <a:bodyPr spcFirstLastPara="1" wrap="square" lIns="91425" tIns="91425" rIns="91425" bIns="91425" anchor="t" anchorCtr="0">
            <a:spAutoFit/>
          </a:bodyPr>
          <a:lstStyle/>
          <a:p>
            <a:pPr lvl="0">
              <a:buSzPts val="3200"/>
            </a:pPr>
            <a:r>
              <a:rPr lang="en-US" sz="2000" b="1" u="sng" dirty="0">
                <a:solidFill>
                  <a:schemeClr val="dk2"/>
                </a:solidFill>
              </a:rPr>
              <a:t>Test on Right Pocket</a:t>
            </a:r>
          </a:p>
        </p:txBody>
      </p:sp>
      <p:sp>
        <p:nvSpPr>
          <p:cNvPr id="6" name="Google Shape;267;g36a2e00ab1f_0_144">
            <a:extLst>
              <a:ext uri="{FF2B5EF4-FFF2-40B4-BE49-F238E27FC236}">
                <a16:creationId xmlns:a16="http://schemas.microsoft.com/office/drawing/2014/main" id="{49025238-7FDE-134B-1BE0-A731FF36EDF4}"/>
              </a:ext>
            </a:extLst>
          </p:cNvPr>
          <p:cNvSpPr txBox="1"/>
          <p:nvPr/>
        </p:nvSpPr>
        <p:spPr>
          <a:xfrm>
            <a:off x="408366" y="1140672"/>
            <a:ext cx="3133349" cy="785100"/>
          </a:xfrm>
          <a:prstGeom prst="rect">
            <a:avLst/>
          </a:prstGeom>
          <a:noFill/>
          <a:ln>
            <a:noFill/>
          </a:ln>
        </p:spPr>
        <p:txBody>
          <a:bodyPr spcFirstLastPara="1" wrap="square" lIns="91425" tIns="91425" rIns="91425" bIns="91425" anchor="t" anchorCtr="0">
            <a:noAutofit/>
          </a:bodyPr>
          <a:lstStyle/>
          <a:p>
            <a:pPr marL="457200" marR="0" lvl="0" indent="-457200" algn="l" rtl="0">
              <a:lnSpc>
                <a:spcPct val="100000"/>
              </a:lnSpc>
              <a:spcBef>
                <a:spcPts val="0"/>
              </a:spcBef>
              <a:spcAft>
                <a:spcPts val="0"/>
              </a:spcAft>
              <a:buClr>
                <a:srgbClr val="000000"/>
              </a:buClr>
              <a:buSzPts val="3200"/>
              <a:buFont typeface="Arial" panose="020B0604020202020204" pitchFamily="34" charset="0"/>
              <a:buChar char="•"/>
            </a:pPr>
            <a:r>
              <a:rPr lang="en-US" b="1" i="0" u="sng" strike="noStrike" cap="none" dirty="0">
                <a:solidFill>
                  <a:schemeClr val="dk2"/>
                </a:solidFill>
                <a:latin typeface="Arial"/>
                <a:ea typeface="Arial"/>
                <a:cs typeface="Arial"/>
                <a:sym typeface="Arial"/>
              </a:rPr>
              <a:t>Train on Left Pocket (LOSO)</a:t>
            </a:r>
          </a:p>
          <a:p>
            <a:pPr marR="0" lvl="0" algn="l" rtl="0">
              <a:lnSpc>
                <a:spcPct val="100000"/>
              </a:lnSpc>
              <a:spcBef>
                <a:spcPts val="0"/>
              </a:spcBef>
              <a:spcAft>
                <a:spcPts val="0"/>
              </a:spcAft>
              <a:buClr>
                <a:srgbClr val="000000"/>
              </a:buClr>
              <a:buSzPts val="3200"/>
            </a:pPr>
            <a:endParaRPr b="1" i="0" u="sng" strike="noStrike" cap="none" dirty="0">
              <a:solidFill>
                <a:schemeClr val="dk2"/>
              </a:solidFill>
              <a:latin typeface="Arial"/>
              <a:ea typeface="Arial"/>
              <a:cs typeface="Arial"/>
              <a:sym typeface="Arial"/>
            </a:endParaRPr>
          </a:p>
        </p:txBody>
      </p:sp>
      <p:sp>
        <p:nvSpPr>
          <p:cNvPr id="7" name="Arrow: Right 6">
            <a:extLst>
              <a:ext uri="{FF2B5EF4-FFF2-40B4-BE49-F238E27FC236}">
                <a16:creationId xmlns:a16="http://schemas.microsoft.com/office/drawing/2014/main" id="{5138D46C-3651-FE8C-B737-59A3237FB925}"/>
              </a:ext>
            </a:extLst>
          </p:cNvPr>
          <p:cNvSpPr/>
          <p:nvPr/>
        </p:nvSpPr>
        <p:spPr>
          <a:xfrm>
            <a:off x="3541715" y="634986"/>
            <a:ext cx="3846235" cy="17964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2" name="TextBox 1">
            <a:extLst>
              <a:ext uri="{FF2B5EF4-FFF2-40B4-BE49-F238E27FC236}">
                <a16:creationId xmlns:a16="http://schemas.microsoft.com/office/drawing/2014/main" id="{A9D4BD5C-5C08-023A-0C17-54D685A9077F}"/>
              </a:ext>
            </a:extLst>
          </p:cNvPr>
          <p:cNvSpPr txBox="1"/>
          <p:nvPr/>
        </p:nvSpPr>
        <p:spPr>
          <a:xfrm>
            <a:off x="3783106" y="1287016"/>
            <a:ext cx="2678655" cy="523220"/>
          </a:xfrm>
          <a:prstGeom prst="rect">
            <a:avLst/>
          </a:prstGeom>
          <a:noFill/>
        </p:spPr>
        <p:txBody>
          <a:bodyPr wrap="square" rtlCol="0">
            <a:spAutoFit/>
          </a:bodyPr>
          <a:lstStyle/>
          <a:p>
            <a:r>
              <a:rPr lang="en-US" b="1" dirty="0"/>
              <a:t>Use of optimal Random Forest and SVM</a:t>
            </a:r>
            <a:endParaRPr lang="el-GR" b="1" dirty="0"/>
          </a:p>
        </p:txBody>
      </p:sp>
      <p:sp>
        <p:nvSpPr>
          <p:cNvPr id="5" name="TextBox 4">
            <a:extLst>
              <a:ext uri="{FF2B5EF4-FFF2-40B4-BE49-F238E27FC236}">
                <a16:creationId xmlns:a16="http://schemas.microsoft.com/office/drawing/2014/main" id="{9EB4163F-308D-62DC-B7BB-7ACD940CC161}"/>
              </a:ext>
            </a:extLst>
          </p:cNvPr>
          <p:cNvSpPr txBox="1"/>
          <p:nvPr/>
        </p:nvSpPr>
        <p:spPr>
          <a:xfrm>
            <a:off x="863060" y="2515020"/>
            <a:ext cx="4397429" cy="523220"/>
          </a:xfrm>
          <a:prstGeom prst="rect">
            <a:avLst/>
          </a:prstGeom>
          <a:noFill/>
        </p:spPr>
        <p:txBody>
          <a:bodyPr wrap="square" rtlCol="0">
            <a:spAutoFit/>
          </a:bodyPr>
          <a:lstStyle/>
          <a:p>
            <a:r>
              <a:rPr lang="en-US" b="1" dirty="0"/>
              <a:t>Optimal Random Forest Classifier </a:t>
            </a:r>
          </a:p>
          <a:p>
            <a:r>
              <a:rPr lang="en-US" b="1" dirty="0"/>
              <a:t>Mean LOSO Accuracy: 78.2%</a:t>
            </a:r>
            <a:endParaRPr lang="el-GR" b="1" dirty="0"/>
          </a:p>
        </p:txBody>
      </p:sp>
      <p:pic>
        <p:nvPicPr>
          <p:cNvPr id="9" name="Picture 8">
            <a:extLst>
              <a:ext uri="{FF2B5EF4-FFF2-40B4-BE49-F238E27FC236}">
                <a16:creationId xmlns:a16="http://schemas.microsoft.com/office/drawing/2014/main" id="{F46E2937-6823-14DC-8BA9-C40011C99220}"/>
              </a:ext>
            </a:extLst>
          </p:cNvPr>
          <p:cNvPicPr>
            <a:picLocks noChangeAspect="1"/>
          </p:cNvPicPr>
          <p:nvPr/>
        </p:nvPicPr>
        <p:blipFill>
          <a:blip r:embed="rId3"/>
          <a:stretch>
            <a:fillRect/>
          </a:stretch>
        </p:blipFill>
        <p:spPr>
          <a:xfrm>
            <a:off x="6327453" y="2342580"/>
            <a:ext cx="5229547" cy="4528680"/>
          </a:xfrm>
          <a:prstGeom prst="rect">
            <a:avLst/>
          </a:prstGeom>
        </p:spPr>
      </p:pic>
      <p:pic>
        <p:nvPicPr>
          <p:cNvPr id="11" name="Picture 10">
            <a:extLst>
              <a:ext uri="{FF2B5EF4-FFF2-40B4-BE49-F238E27FC236}">
                <a16:creationId xmlns:a16="http://schemas.microsoft.com/office/drawing/2014/main" id="{2949AA16-6AFA-4556-EED3-645ED2DCF6F8}"/>
              </a:ext>
            </a:extLst>
          </p:cNvPr>
          <p:cNvPicPr>
            <a:picLocks noChangeAspect="1"/>
          </p:cNvPicPr>
          <p:nvPr/>
        </p:nvPicPr>
        <p:blipFill>
          <a:blip r:embed="rId4"/>
          <a:stretch>
            <a:fillRect/>
          </a:stretch>
        </p:blipFill>
        <p:spPr>
          <a:xfrm>
            <a:off x="976457" y="3020707"/>
            <a:ext cx="4974613" cy="3210454"/>
          </a:xfrm>
          <a:prstGeom prst="rect">
            <a:avLst/>
          </a:prstGeom>
        </p:spPr>
      </p:pic>
    </p:spTree>
    <p:extLst>
      <p:ext uri="{BB962C8B-B14F-4D97-AF65-F5344CB8AC3E}">
        <p14:creationId xmlns:p14="http://schemas.microsoft.com/office/powerpoint/2010/main" val="40973549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a:extLst>
            <a:ext uri="{FF2B5EF4-FFF2-40B4-BE49-F238E27FC236}">
              <a16:creationId xmlns:a16="http://schemas.microsoft.com/office/drawing/2014/main" id="{54D6DE41-D959-342E-6246-475F8D0C637B}"/>
            </a:ext>
          </a:extLst>
        </p:cNvPr>
        <p:cNvGrpSpPr/>
        <p:nvPr/>
      </p:nvGrpSpPr>
      <p:grpSpPr>
        <a:xfrm>
          <a:off x="0" y="0"/>
          <a:ext cx="0" cy="0"/>
          <a:chOff x="0" y="0"/>
          <a:chExt cx="0" cy="0"/>
        </a:xfrm>
      </p:grpSpPr>
      <p:sp>
        <p:nvSpPr>
          <p:cNvPr id="267" name="Google Shape;267;g36a2e00ab1f_0_144">
            <a:extLst>
              <a:ext uri="{FF2B5EF4-FFF2-40B4-BE49-F238E27FC236}">
                <a16:creationId xmlns:a16="http://schemas.microsoft.com/office/drawing/2014/main" id="{BEDC01E3-0F92-FA6F-5932-AB10FA3886EE}"/>
              </a:ext>
            </a:extLst>
          </p:cNvPr>
          <p:cNvSpPr txBox="1"/>
          <p:nvPr/>
        </p:nvSpPr>
        <p:spPr>
          <a:xfrm>
            <a:off x="806075" y="129300"/>
            <a:ext cx="9273839"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dirty="0">
                <a:solidFill>
                  <a:schemeClr val="dk2"/>
                </a:solidFill>
              </a:rPr>
              <a:t>Comparing with other position of the sensor</a:t>
            </a:r>
            <a:endParaRPr sz="3200" b="1" i="0" u="sng" strike="noStrike" cap="none" dirty="0">
              <a:solidFill>
                <a:schemeClr val="dk2"/>
              </a:solidFill>
              <a:latin typeface="Arial"/>
              <a:ea typeface="Arial"/>
              <a:cs typeface="Arial"/>
              <a:sym typeface="Arial"/>
            </a:endParaRPr>
          </a:p>
        </p:txBody>
      </p:sp>
      <p:sp>
        <p:nvSpPr>
          <p:cNvPr id="270" name="Google Shape;270;g36a2e00ab1f_0_144">
            <a:extLst>
              <a:ext uri="{FF2B5EF4-FFF2-40B4-BE49-F238E27FC236}">
                <a16:creationId xmlns:a16="http://schemas.microsoft.com/office/drawing/2014/main" id="{9381E044-1B65-5E44-8B5E-4FA10DE61C10}"/>
              </a:ext>
            </a:extLst>
          </p:cNvPr>
          <p:cNvSpPr txBox="1"/>
          <p:nvPr/>
        </p:nvSpPr>
        <p:spPr>
          <a:xfrm>
            <a:off x="7721437" y="1287016"/>
            <a:ext cx="3003937" cy="492412"/>
          </a:xfrm>
          <a:prstGeom prst="rect">
            <a:avLst/>
          </a:prstGeom>
          <a:noFill/>
          <a:ln>
            <a:noFill/>
          </a:ln>
        </p:spPr>
        <p:txBody>
          <a:bodyPr spcFirstLastPara="1" wrap="square" lIns="91425" tIns="91425" rIns="91425" bIns="91425" anchor="t" anchorCtr="0">
            <a:spAutoFit/>
          </a:bodyPr>
          <a:lstStyle/>
          <a:p>
            <a:pPr lvl="0">
              <a:buSzPts val="3200"/>
            </a:pPr>
            <a:r>
              <a:rPr lang="en-US" sz="2000" b="1" u="sng" dirty="0">
                <a:solidFill>
                  <a:schemeClr val="dk2"/>
                </a:solidFill>
              </a:rPr>
              <a:t>Test on Right Pocket</a:t>
            </a:r>
          </a:p>
        </p:txBody>
      </p:sp>
      <p:sp>
        <p:nvSpPr>
          <p:cNvPr id="6" name="Google Shape;267;g36a2e00ab1f_0_144">
            <a:extLst>
              <a:ext uri="{FF2B5EF4-FFF2-40B4-BE49-F238E27FC236}">
                <a16:creationId xmlns:a16="http://schemas.microsoft.com/office/drawing/2014/main" id="{F913759D-71D7-5A7B-AD57-61035BC109EB}"/>
              </a:ext>
            </a:extLst>
          </p:cNvPr>
          <p:cNvSpPr txBox="1"/>
          <p:nvPr/>
        </p:nvSpPr>
        <p:spPr>
          <a:xfrm>
            <a:off x="408366" y="1140672"/>
            <a:ext cx="3133349" cy="785100"/>
          </a:xfrm>
          <a:prstGeom prst="rect">
            <a:avLst/>
          </a:prstGeom>
          <a:noFill/>
          <a:ln>
            <a:noFill/>
          </a:ln>
        </p:spPr>
        <p:txBody>
          <a:bodyPr spcFirstLastPara="1" wrap="square" lIns="91425" tIns="91425" rIns="91425" bIns="91425" anchor="t" anchorCtr="0">
            <a:noAutofit/>
          </a:bodyPr>
          <a:lstStyle/>
          <a:p>
            <a:pPr marL="457200" marR="0" lvl="0" indent="-457200" algn="l" rtl="0">
              <a:lnSpc>
                <a:spcPct val="100000"/>
              </a:lnSpc>
              <a:spcBef>
                <a:spcPts val="0"/>
              </a:spcBef>
              <a:spcAft>
                <a:spcPts val="0"/>
              </a:spcAft>
              <a:buClr>
                <a:srgbClr val="000000"/>
              </a:buClr>
              <a:buSzPts val="3200"/>
              <a:buFont typeface="Arial" panose="020B0604020202020204" pitchFamily="34" charset="0"/>
              <a:buChar char="•"/>
            </a:pPr>
            <a:r>
              <a:rPr lang="en-US" b="1" i="0" u="sng" strike="noStrike" cap="none" dirty="0">
                <a:solidFill>
                  <a:schemeClr val="dk2"/>
                </a:solidFill>
                <a:latin typeface="Arial"/>
                <a:ea typeface="Arial"/>
                <a:cs typeface="Arial"/>
                <a:sym typeface="Arial"/>
              </a:rPr>
              <a:t>Train on Left Pocket (LOSO)</a:t>
            </a:r>
          </a:p>
          <a:p>
            <a:pPr marR="0" lvl="0" algn="l" rtl="0">
              <a:lnSpc>
                <a:spcPct val="100000"/>
              </a:lnSpc>
              <a:spcBef>
                <a:spcPts val="0"/>
              </a:spcBef>
              <a:spcAft>
                <a:spcPts val="0"/>
              </a:spcAft>
              <a:buClr>
                <a:srgbClr val="000000"/>
              </a:buClr>
              <a:buSzPts val="3200"/>
            </a:pPr>
            <a:endParaRPr b="1" i="0" u="sng" strike="noStrike" cap="none" dirty="0">
              <a:solidFill>
                <a:schemeClr val="dk2"/>
              </a:solidFill>
              <a:latin typeface="Arial"/>
              <a:ea typeface="Arial"/>
              <a:cs typeface="Arial"/>
              <a:sym typeface="Arial"/>
            </a:endParaRPr>
          </a:p>
        </p:txBody>
      </p:sp>
      <p:sp>
        <p:nvSpPr>
          <p:cNvPr id="7" name="Arrow: Right 6">
            <a:extLst>
              <a:ext uri="{FF2B5EF4-FFF2-40B4-BE49-F238E27FC236}">
                <a16:creationId xmlns:a16="http://schemas.microsoft.com/office/drawing/2014/main" id="{9C5B78C3-AEC9-C9AC-6C05-E4890A676D11}"/>
              </a:ext>
            </a:extLst>
          </p:cNvPr>
          <p:cNvSpPr/>
          <p:nvPr/>
        </p:nvSpPr>
        <p:spPr>
          <a:xfrm>
            <a:off x="3541715" y="634986"/>
            <a:ext cx="3846235" cy="17964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2" name="TextBox 1">
            <a:extLst>
              <a:ext uri="{FF2B5EF4-FFF2-40B4-BE49-F238E27FC236}">
                <a16:creationId xmlns:a16="http://schemas.microsoft.com/office/drawing/2014/main" id="{17F3F8E9-DC82-295F-6189-866DFCB16F34}"/>
              </a:ext>
            </a:extLst>
          </p:cNvPr>
          <p:cNvSpPr txBox="1"/>
          <p:nvPr/>
        </p:nvSpPr>
        <p:spPr>
          <a:xfrm>
            <a:off x="3783106" y="1287016"/>
            <a:ext cx="2678655" cy="523220"/>
          </a:xfrm>
          <a:prstGeom prst="rect">
            <a:avLst/>
          </a:prstGeom>
          <a:noFill/>
        </p:spPr>
        <p:txBody>
          <a:bodyPr wrap="square" rtlCol="0">
            <a:spAutoFit/>
          </a:bodyPr>
          <a:lstStyle/>
          <a:p>
            <a:r>
              <a:rPr lang="en-US" b="1" dirty="0"/>
              <a:t>Use of optimal Random Forest and SVM</a:t>
            </a:r>
            <a:endParaRPr lang="el-GR" b="1" dirty="0"/>
          </a:p>
        </p:txBody>
      </p:sp>
      <p:sp>
        <p:nvSpPr>
          <p:cNvPr id="5" name="TextBox 4">
            <a:extLst>
              <a:ext uri="{FF2B5EF4-FFF2-40B4-BE49-F238E27FC236}">
                <a16:creationId xmlns:a16="http://schemas.microsoft.com/office/drawing/2014/main" id="{3A11F24F-870F-9EF2-9348-F00668ABD210}"/>
              </a:ext>
            </a:extLst>
          </p:cNvPr>
          <p:cNvSpPr txBox="1"/>
          <p:nvPr/>
        </p:nvSpPr>
        <p:spPr>
          <a:xfrm>
            <a:off x="1104451" y="2744076"/>
            <a:ext cx="2678655" cy="523220"/>
          </a:xfrm>
          <a:prstGeom prst="rect">
            <a:avLst/>
          </a:prstGeom>
          <a:noFill/>
        </p:spPr>
        <p:txBody>
          <a:bodyPr wrap="square" rtlCol="0">
            <a:spAutoFit/>
          </a:bodyPr>
          <a:lstStyle/>
          <a:p>
            <a:r>
              <a:rPr lang="en-US" b="1" dirty="0"/>
              <a:t>Optimal SVM Performance</a:t>
            </a:r>
          </a:p>
          <a:p>
            <a:r>
              <a:rPr lang="en-US" b="1" dirty="0"/>
              <a:t>Mean LOSO Accuracy: 73.7%</a:t>
            </a:r>
            <a:endParaRPr lang="el-GR" b="1" dirty="0"/>
          </a:p>
        </p:txBody>
      </p:sp>
      <p:pic>
        <p:nvPicPr>
          <p:cNvPr id="8" name="Picture 7">
            <a:extLst>
              <a:ext uri="{FF2B5EF4-FFF2-40B4-BE49-F238E27FC236}">
                <a16:creationId xmlns:a16="http://schemas.microsoft.com/office/drawing/2014/main" id="{C6C0CF49-4634-7FC9-901E-5DF1505D0343}"/>
              </a:ext>
            </a:extLst>
          </p:cNvPr>
          <p:cNvPicPr>
            <a:picLocks noChangeAspect="1"/>
          </p:cNvPicPr>
          <p:nvPr/>
        </p:nvPicPr>
        <p:blipFill>
          <a:blip r:embed="rId3"/>
          <a:stretch>
            <a:fillRect/>
          </a:stretch>
        </p:blipFill>
        <p:spPr>
          <a:xfrm>
            <a:off x="806075" y="3673076"/>
            <a:ext cx="4341056" cy="2806097"/>
          </a:xfrm>
          <a:prstGeom prst="rect">
            <a:avLst/>
          </a:prstGeom>
        </p:spPr>
      </p:pic>
      <p:pic>
        <p:nvPicPr>
          <p:cNvPr id="11" name="Picture 10">
            <a:extLst>
              <a:ext uri="{FF2B5EF4-FFF2-40B4-BE49-F238E27FC236}">
                <a16:creationId xmlns:a16="http://schemas.microsoft.com/office/drawing/2014/main" id="{C2032F16-85BF-CE0B-EED0-EC5E22012509}"/>
              </a:ext>
            </a:extLst>
          </p:cNvPr>
          <p:cNvPicPr>
            <a:picLocks noChangeAspect="1"/>
          </p:cNvPicPr>
          <p:nvPr/>
        </p:nvPicPr>
        <p:blipFill>
          <a:blip r:embed="rId4"/>
          <a:stretch>
            <a:fillRect/>
          </a:stretch>
        </p:blipFill>
        <p:spPr>
          <a:xfrm>
            <a:off x="6357770" y="2551423"/>
            <a:ext cx="4823760" cy="4177277"/>
          </a:xfrm>
          <a:prstGeom prst="rect">
            <a:avLst/>
          </a:prstGeom>
        </p:spPr>
      </p:pic>
    </p:spTree>
    <p:extLst>
      <p:ext uri="{BB962C8B-B14F-4D97-AF65-F5344CB8AC3E}">
        <p14:creationId xmlns:p14="http://schemas.microsoft.com/office/powerpoint/2010/main" val="40206630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a:extLst>
            <a:ext uri="{FF2B5EF4-FFF2-40B4-BE49-F238E27FC236}">
              <a16:creationId xmlns:a16="http://schemas.microsoft.com/office/drawing/2014/main" id="{87774CF9-FA72-510F-F14C-69481187A8F4}"/>
            </a:ext>
          </a:extLst>
        </p:cNvPr>
        <p:cNvGrpSpPr/>
        <p:nvPr/>
      </p:nvGrpSpPr>
      <p:grpSpPr>
        <a:xfrm>
          <a:off x="0" y="0"/>
          <a:ext cx="0" cy="0"/>
          <a:chOff x="0" y="0"/>
          <a:chExt cx="0" cy="0"/>
        </a:xfrm>
      </p:grpSpPr>
      <p:sp>
        <p:nvSpPr>
          <p:cNvPr id="267" name="Google Shape;267;g36a2e00ab1f_0_144">
            <a:extLst>
              <a:ext uri="{FF2B5EF4-FFF2-40B4-BE49-F238E27FC236}">
                <a16:creationId xmlns:a16="http://schemas.microsoft.com/office/drawing/2014/main" id="{F2EDEBEB-1F44-B820-8253-A3D3C40A3EEC}"/>
              </a:ext>
            </a:extLst>
          </p:cNvPr>
          <p:cNvSpPr txBox="1"/>
          <p:nvPr/>
        </p:nvSpPr>
        <p:spPr>
          <a:xfrm>
            <a:off x="806075" y="129300"/>
            <a:ext cx="8854291" cy="78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u="sng" dirty="0">
                <a:solidFill>
                  <a:schemeClr val="dk2"/>
                </a:solidFill>
              </a:rPr>
              <a:t>Further Optimization and </a:t>
            </a:r>
            <a:r>
              <a:rPr lang="en-US" sz="3200" b="1" u="sng" dirty="0" err="1">
                <a:solidFill>
                  <a:schemeClr val="dk2"/>
                </a:solidFill>
              </a:rPr>
              <a:t>Recomendations</a:t>
            </a:r>
            <a:endParaRPr sz="3200" b="1" i="0" u="sng" strike="noStrike" cap="none" dirty="0">
              <a:solidFill>
                <a:schemeClr val="dk2"/>
              </a:solidFill>
              <a:latin typeface="Arial"/>
              <a:ea typeface="Arial"/>
              <a:cs typeface="Arial"/>
              <a:sym typeface="Arial"/>
            </a:endParaRPr>
          </a:p>
        </p:txBody>
      </p:sp>
      <p:sp>
        <p:nvSpPr>
          <p:cNvPr id="3" name="TextBox 2">
            <a:extLst>
              <a:ext uri="{FF2B5EF4-FFF2-40B4-BE49-F238E27FC236}">
                <a16:creationId xmlns:a16="http://schemas.microsoft.com/office/drawing/2014/main" id="{2B99DCD7-D24D-DEA8-FAE8-5D4F857C46B2}"/>
              </a:ext>
            </a:extLst>
          </p:cNvPr>
          <p:cNvSpPr txBox="1"/>
          <p:nvPr/>
        </p:nvSpPr>
        <p:spPr>
          <a:xfrm>
            <a:off x="806075" y="914400"/>
            <a:ext cx="10930516" cy="3108543"/>
          </a:xfrm>
          <a:prstGeom prst="rect">
            <a:avLst/>
          </a:prstGeom>
          <a:noFill/>
        </p:spPr>
        <p:txBody>
          <a:bodyPr wrap="square">
            <a:spAutoFit/>
          </a:bodyPr>
          <a:lstStyle/>
          <a:p>
            <a:r>
              <a:rPr lang="el-GR" b="1" dirty="0" err="1"/>
              <a:t>Advanced</a:t>
            </a:r>
            <a:r>
              <a:rPr lang="el-GR" b="1" dirty="0"/>
              <a:t> </a:t>
            </a:r>
            <a:r>
              <a:rPr lang="el-GR" b="1" dirty="0" err="1"/>
              <a:t>Features</a:t>
            </a:r>
            <a:r>
              <a:rPr lang="el-GR" dirty="0"/>
              <a:t>: </a:t>
            </a:r>
            <a:r>
              <a:rPr lang="el-GR" dirty="0" err="1"/>
              <a:t>Consider</a:t>
            </a:r>
            <a:r>
              <a:rPr lang="el-GR" dirty="0"/>
              <a:t> </a:t>
            </a:r>
            <a:r>
              <a:rPr lang="el-GR" dirty="0" err="1"/>
              <a:t>wavelet</a:t>
            </a:r>
            <a:r>
              <a:rPr lang="el-GR" dirty="0"/>
              <a:t> </a:t>
            </a:r>
            <a:r>
              <a:rPr lang="el-GR" dirty="0" err="1"/>
              <a:t>transforms</a:t>
            </a:r>
            <a:r>
              <a:rPr lang="el-GR" dirty="0"/>
              <a:t>, </a:t>
            </a:r>
            <a:r>
              <a:rPr lang="el-GR" dirty="0" err="1"/>
              <a:t>autocorrelation</a:t>
            </a:r>
            <a:r>
              <a:rPr lang="el-GR" dirty="0"/>
              <a:t>, </a:t>
            </a:r>
            <a:r>
              <a:rPr lang="el-GR" dirty="0" err="1"/>
              <a:t>ARIMAmodels</a:t>
            </a:r>
            <a:r>
              <a:rPr lang="el-GR" dirty="0"/>
              <a:t> for </a:t>
            </a:r>
            <a:r>
              <a:rPr lang="el-GR" dirty="0" err="1"/>
              <a:t>fit</a:t>
            </a:r>
            <a:r>
              <a:rPr lang="el-GR" dirty="0"/>
              <a:t> and </a:t>
            </a:r>
            <a:r>
              <a:rPr lang="el-GR" dirty="0" err="1"/>
              <a:t>raw</a:t>
            </a:r>
            <a:r>
              <a:rPr lang="el-GR" dirty="0"/>
              <a:t> </a:t>
            </a:r>
            <a:r>
              <a:rPr lang="el-GR" dirty="0" err="1"/>
              <a:t>time-series</a:t>
            </a:r>
            <a:r>
              <a:rPr lang="el-GR" dirty="0"/>
              <a:t> </a:t>
            </a:r>
            <a:r>
              <a:rPr lang="el-GR" dirty="0" err="1"/>
              <a:t>modeling</a:t>
            </a:r>
            <a:r>
              <a:rPr lang="el-GR" dirty="0"/>
              <a:t> </a:t>
            </a:r>
            <a:r>
              <a:rPr lang="el-GR" dirty="0" err="1"/>
              <a:t>with</a:t>
            </a:r>
            <a:r>
              <a:rPr lang="el-GR" dirty="0"/>
              <a:t> </a:t>
            </a:r>
            <a:r>
              <a:rPr lang="el-GR" dirty="0" err="1"/>
              <a:t>deep</a:t>
            </a:r>
            <a:r>
              <a:rPr lang="el-GR" dirty="0"/>
              <a:t> </a:t>
            </a:r>
            <a:r>
              <a:rPr lang="el-GR" dirty="0" err="1"/>
              <a:t>learning</a:t>
            </a:r>
            <a:r>
              <a:rPr lang="el-GR" dirty="0"/>
              <a:t> (LSTM)</a:t>
            </a:r>
            <a:endParaRPr lang="en-US" dirty="0"/>
          </a:p>
          <a:p>
            <a:endParaRPr lang="en-US" b="1" dirty="0"/>
          </a:p>
          <a:p>
            <a:r>
              <a:rPr lang="en-US" b="1" dirty="0"/>
              <a:t>Consideration on Time Windows: </a:t>
            </a:r>
            <a:r>
              <a:rPr lang="en-US" dirty="0"/>
              <a:t>Experiment with different window sizes and overlaps to optimize feature extraction.</a:t>
            </a:r>
          </a:p>
          <a:p>
            <a:r>
              <a:rPr lang="en-US" dirty="0"/>
              <a:t>    </a:t>
            </a:r>
          </a:p>
          <a:p>
            <a:r>
              <a:rPr lang="en-US" b="1" dirty="0"/>
              <a:t>Confidence Intervals:  </a:t>
            </a:r>
            <a:r>
              <a:rPr lang="en-US" dirty="0"/>
              <a:t>Use prediction intervals to quantify uncertainty in classifications.</a:t>
            </a:r>
          </a:p>
          <a:p>
            <a:endParaRPr lang="en-US" b="1" dirty="0"/>
          </a:p>
          <a:p>
            <a:endParaRPr lang="en-US" b="1" dirty="0"/>
          </a:p>
          <a:p>
            <a:r>
              <a:rPr lang="el-GR" b="1" dirty="0" err="1"/>
              <a:t>Ensemble</a:t>
            </a:r>
            <a:r>
              <a:rPr lang="el-GR" b="1" dirty="0"/>
              <a:t> </a:t>
            </a:r>
            <a:r>
              <a:rPr lang="el-GR" b="1" dirty="0" err="1"/>
              <a:t>Models</a:t>
            </a:r>
            <a:r>
              <a:rPr lang="el-GR" b="1" dirty="0"/>
              <a:t>: </a:t>
            </a:r>
            <a:r>
              <a:rPr lang="el-GR" dirty="0" err="1"/>
              <a:t>Combining</a:t>
            </a:r>
            <a:r>
              <a:rPr lang="el-GR" dirty="0"/>
              <a:t> RF, SVM, and </a:t>
            </a:r>
            <a:r>
              <a:rPr lang="el-GR" dirty="0" err="1"/>
              <a:t>tuned</a:t>
            </a:r>
            <a:r>
              <a:rPr lang="el-GR" dirty="0"/>
              <a:t> MLP </a:t>
            </a:r>
            <a:r>
              <a:rPr lang="el-GR" dirty="0" err="1"/>
              <a:t>could</a:t>
            </a:r>
            <a:r>
              <a:rPr lang="el-GR" dirty="0"/>
              <a:t> </a:t>
            </a:r>
            <a:r>
              <a:rPr lang="el-GR" dirty="0" err="1"/>
              <a:t>yield</a:t>
            </a:r>
            <a:r>
              <a:rPr lang="el-GR" dirty="0"/>
              <a:t> </a:t>
            </a:r>
            <a:r>
              <a:rPr lang="el-GR" dirty="0" err="1"/>
              <a:t>amore</a:t>
            </a:r>
            <a:r>
              <a:rPr lang="el-GR" dirty="0"/>
              <a:t> </a:t>
            </a:r>
            <a:r>
              <a:rPr lang="el-GR" dirty="0" err="1"/>
              <a:t>robust</a:t>
            </a:r>
            <a:r>
              <a:rPr lang="el-GR" dirty="0"/>
              <a:t> “</a:t>
            </a:r>
            <a:r>
              <a:rPr lang="el-GR" dirty="0" err="1"/>
              <a:t>majority</a:t>
            </a:r>
            <a:r>
              <a:rPr lang="el-GR" dirty="0"/>
              <a:t> </a:t>
            </a:r>
            <a:r>
              <a:rPr lang="el-GR" dirty="0" err="1"/>
              <a:t>voting</a:t>
            </a:r>
            <a:r>
              <a:rPr lang="el-GR" dirty="0"/>
              <a:t>” </a:t>
            </a:r>
            <a:r>
              <a:rPr lang="el-GR" dirty="0" err="1"/>
              <a:t>classifier</a:t>
            </a:r>
            <a:r>
              <a:rPr lang="en-US" b="1" dirty="0"/>
              <a:t>.</a:t>
            </a:r>
          </a:p>
          <a:p>
            <a:endParaRPr lang="en-US" b="1" dirty="0"/>
          </a:p>
          <a:p>
            <a:r>
              <a:rPr lang="el-GR" b="1" dirty="0" err="1"/>
              <a:t>Multi-sensor</a:t>
            </a:r>
            <a:r>
              <a:rPr lang="el-GR" b="1" dirty="0"/>
              <a:t> </a:t>
            </a:r>
            <a:r>
              <a:rPr lang="el-GR" b="1" dirty="0" err="1"/>
              <a:t>Fusion</a:t>
            </a:r>
            <a:r>
              <a:rPr lang="el-GR" dirty="0"/>
              <a:t>: </a:t>
            </a:r>
            <a:r>
              <a:rPr lang="el-GR" dirty="0" err="1"/>
              <a:t>Including</a:t>
            </a:r>
            <a:r>
              <a:rPr lang="el-GR" dirty="0"/>
              <a:t> </a:t>
            </a:r>
            <a:r>
              <a:rPr lang="el-GR" dirty="0" err="1"/>
              <a:t>gyroscope</a:t>
            </a:r>
            <a:r>
              <a:rPr lang="el-GR" dirty="0"/>
              <a:t>, </a:t>
            </a:r>
            <a:r>
              <a:rPr lang="el-GR" dirty="0" err="1"/>
              <a:t>magnetometer</a:t>
            </a:r>
            <a:r>
              <a:rPr lang="el-GR" dirty="0"/>
              <a:t> </a:t>
            </a:r>
            <a:r>
              <a:rPr lang="el-GR" dirty="0" err="1"/>
              <a:t>improves</a:t>
            </a:r>
            <a:r>
              <a:rPr lang="en-US" dirty="0"/>
              <a:t> </a:t>
            </a:r>
            <a:r>
              <a:rPr lang="el-GR" dirty="0" err="1"/>
              <a:t>power</a:t>
            </a:r>
            <a:r>
              <a:rPr lang="el-GR" dirty="0"/>
              <a:t>.</a:t>
            </a:r>
            <a:endParaRPr lang="en-US" dirty="0"/>
          </a:p>
          <a:p>
            <a:endParaRPr lang="en-US" b="1" dirty="0"/>
          </a:p>
          <a:p>
            <a:endParaRPr lang="en-US" b="1" dirty="0"/>
          </a:p>
          <a:p>
            <a:r>
              <a:rPr lang="el-GR" b="1" dirty="0" err="1"/>
              <a:t>Sensor</a:t>
            </a:r>
            <a:r>
              <a:rPr lang="el-GR" b="1" dirty="0"/>
              <a:t> </a:t>
            </a:r>
            <a:r>
              <a:rPr lang="el-GR" b="1" dirty="0" err="1"/>
              <a:t>Calibration</a:t>
            </a:r>
            <a:r>
              <a:rPr lang="el-GR" dirty="0"/>
              <a:t>: </a:t>
            </a:r>
            <a:r>
              <a:rPr lang="el-GR" dirty="0" err="1"/>
              <a:t>If</a:t>
            </a:r>
            <a:r>
              <a:rPr lang="el-GR" dirty="0"/>
              <a:t> </a:t>
            </a:r>
            <a:r>
              <a:rPr lang="el-GR" dirty="0" err="1"/>
              <a:t>feasible</a:t>
            </a:r>
            <a:r>
              <a:rPr lang="el-GR" dirty="0"/>
              <a:t>, </a:t>
            </a:r>
            <a:r>
              <a:rPr lang="el-GR" dirty="0" err="1"/>
              <a:t>leverage</a:t>
            </a:r>
            <a:r>
              <a:rPr lang="el-GR" dirty="0"/>
              <a:t> </a:t>
            </a:r>
            <a:r>
              <a:rPr lang="el-GR" dirty="0" err="1"/>
              <a:t>calibration</a:t>
            </a:r>
            <a:r>
              <a:rPr lang="el-GR" dirty="0"/>
              <a:t> </a:t>
            </a:r>
            <a:r>
              <a:rPr lang="el-GR" dirty="0" err="1"/>
              <a:t>routines</a:t>
            </a:r>
            <a:r>
              <a:rPr lang="el-GR" dirty="0"/>
              <a:t> </a:t>
            </a:r>
            <a:r>
              <a:rPr lang="el-GR" dirty="0" err="1"/>
              <a:t>to</a:t>
            </a:r>
            <a:r>
              <a:rPr lang="el-GR" dirty="0"/>
              <a:t> </a:t>
            </a:r>
            <a:r>
              <a:rPr lang="el-GR" dirty="0" err="1"/>
              <a:t>adjust</a:t>
            </a:r>
            <a:r>
              <a:rPr lang="el-GR" dirty="0"/>
              <a:t> for</a:t>
            </a:r>
            <a:r>
              <a:rPr lang="en-US" dirty="0"/>
              <a:t> </a:t>
            </a:r>
            <a:r>
              <a:rPr lang="el-GR" dirty="0" err="1"/>
              <a:t>individual</a:t>
            </a:r>
            <a:r>
              <a:rPr lang="el-GR" dirty="0"/>
              <a:t> </a:t>
            </a:r>
            <a:r>
              <a:rPr lang="el-GR" dirty="0" err="1"/>
              <a:t>posture</a:t>
            </a:r>
            <a:r>
              <a:rPr lang="el-GR" dirty="0"/>
              <a:t>.</a:t>
            </a:r>
          </a:p>
        </p:txBody>
      </p:sp>
      <p:pic>
        <p:nvPicPr>
          <p:cNvPr id="5" name="Picture 4" descr="A graph of blue rectangular bars&#10;&#10;AI-generated content may be incorrect.">
            <a:extLst>
              <a:ext uri="{FF2B5EF4-FFF2-40B4-BE49-F238E27FC236}">
                <a16:creationId xmlns:a16="http://schemas.microsoft.com/office/drawing/2014/main" id="{524509B9-692E-B15F-A732-5F9455A7C72B}"/>
              </a:ext>
            </a:extLst>
          </p:cNvPr>
          <p:cNvPicPr>
            <a:picLocks noChangeAspect="1"/>
          </p:cNvPicPr>
          <p:nvPr/>
        </p:nvPicPr>
        <p:blipFill>
          <a:blip r:embed="rId3"/>
          <a:stretch>
            <a:fillRect/>
          </a:stretch>
        </p:blipFill>
        <p:spPr>
          <a:xfrm>
            <a:off x="2873129" y="4022943"/>
            <a:ext cx="6067672" cy="2705757"/>
          </a:xfrm>
          <a:prstGeom prst="rect">
            <a:avLst/>
          </a:prstGeom>
        </p:spPr>
      </p:pic>
    </p:spTree>
    <p:extLst>
      <p:ext uri="{BB962C8B-B14F-4D97-AF65-F5344CB8AC3E}">
        <p14:creationId xmlns:p14="http://schemas.microsoft.com/office/powerpoint/2010/main" val="3052270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9"/>
        <p:cNvGrpSpPr/>
        <p:nvPr/>
      </p:nvGrpSpPr>
      <p:grpSpPr>
        <a:xfrm>
          <a:off x="0" y="0"/>
          <a:ext cx="0" cy="0"/>
          <a:chOff x="0" y="0"/>
          <a:chExt cx="0" cy="0"/>
        </a:xfrm>
      </p:grpSpPr>
      <p:sp>
        <p:nvSpPr>
          <p:cNvPr id="300" name="Google Shape;300;g31ddeff270a_0_741"/>
          <p:cNvSpPr txBox="1"/>
          <p:nvPr/>
        </p:nvSpPr>
        <p:spPr>
          <a:xfrm>
            <a:off x="1079523" y="1328726"/>
            <a:ext cx="10032954" cy="5120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000" b="1" i="0" u="none" strike="noStrike" cap="none" dirty="0">
                <a:solidFill>
                  <a:schemeClr val="dk1"/>
                </a:solidFill>
                <a:latin typeface="Arial"/>
                <a:ea typeface="Arial"/>
                <a:cs typeface="Arial"/>
                <a:sym typeface="Arial"/>
              </a:rPr>
              <a:t>References:</a:t>
            </a:r>
            <a:endParaRPr sz="2000" b="1" i="0" u="none" strike="noStrike" cap="none" dirty="0">
              <a:solidFill>
                <a:schemeClr val="dk1"/>
              </a:solidFill>
              <a:latin typeface="Arial"/>
              <a:ea typeface="Arial"/>
              <a:cs typeface="Arial"/>
              <a:sym typeface="Arial"/>
            </a:endParaRPr>
          </a:p>
          <a:p>
            <a:pPr marL="609600" lvl="0" indent="-476250">
              <a:lnSpc>
                <a:spcPct val="115000"/>
              </a:lnSpc>
              <a:spcBef>
                <a:spcPts val="1600"/>
              </a:spcBef>
              <a:buClr>
                <a:schemeClr val="dk1"/>
              </a:buClr>
              <a:buSzPts val="2700"/>
              <a:buFont typeface="Arial"/>
              <a:buChar char="●"/>
            </a:pPr>
            <a:r>
              <a:rPr lang="en-US" sz="2000" dirty="0"/>
              <a:t>Hastie, Trevor, </a:t>
            </a:r>
            <a:r>
              <a:rPr lang="en-US" sz="2000" dirty="0" err="1"/>
              <a:t>Tibshirani</a:t>
            </a:r>
            <a:r>
              <a:rPr lang="en-US" sz="2000" dirty="0"/>
              <a:t>, Robert and Friedman, Jerome. </a:t>
            </a:r>
            <a:r>
              <a:rPr lang="en-US" sz="2000" i="1" dirty="0"/>
              <a:t>The Elements of Statistical Learning</a:t>
            </a:r>
            <a:r>
              <a:rPr lang="en-US" sz="2000" dirty="0"/>
              <a:t>. New York, NY, USA: Springer New York Inc., 2001.</a:t>
            </a:r>
          </a:p>
          <a:p>
            <a:pPr marL="609600" lvl="0" indent="-476250">
              <a:lnSpc>
                <a:spcPct val="115000"/>
              </a:lnSpc>
              <a:spcBef>
                <a:spcPts val="1600"/>
              </a:spcBef>
              <a:buClr>
                <a:schemeClr val="dk1"/>
              </a:buClr>
              <a:buSzPts val="2700"/>
              <a:buFont typeface="Arial"/>
              <a:buChar char="●"/>
            </a:pPr>
            <a:r>
              <a:rPr lang="en-US" sz="2000" dirty="0"/>
              <a:t>S. Guido and A. C. Mueller, Introduction to Machine Learning with Python, Sebastopol, CA: O'Reilly Media, 2016.</a:t>
            </a:r>
          </a:p>
          <a:p>
            <a:pPr marL="609600" indent="-476250">
              <a:lnSpc>
                <a:spcPct val="115000"/>
              </a:lnSpc>
              <a:spcBef>
                <a:spcPts val="1600"/>
              </a:spcBef>
              <a:buClr>
                <a:schemeClr val="dk1"/>
              </a:buClr>
              <a:buSzPts val="2700"/>
              <a:buFont typeface="Arial"/>
              <a:buChar char="●"/>
            </a:pPr>
            <a:r>
              <a:rPr lang="en-US" sz="2000" dirty="0"/>
              <a:t>Yuan, Xiaoguang, </a:t>
            </a:r>
            <a:r>
              <a:rPr lang="en-US" sz="2000" dirty="0" err="1"/>
              <a:t>Shiruo</a:t>
            </a:r>
            <a:r>
              <a:rPr lang="en-US" sz="2000" dirty="0"/>
              <a:t> Liu, Wei Feng, and Gabriel Dauphin. 2023. "Feature Importance Ranking of Random Forest-Based End-to-End Learning Algorithm" Remote Sensing 15, no. 21: 5203. https://doi.org/10.3390/rs15215203</a:t>
            </a:r>
            <a:endParaRPr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9">
          <a:extLst>
            <a:ext uri="{FF2B5EF4-FFF2-40B4-BE49-F238E27FC236}">
              <a16:creationId xmlns:a16="http://schemas.microsoft.com/office/drawing/2014/main" id="{860DA81A-C1E4-9760-3FF6-83CAB5C790C8}"/>
            </a:ext>
          </a:extLst>
        </p:cNvPr>
        <p:cNvGrpSpPr/>
        <p:nvPr/>
      </p:nvGrpSpPr>
      <p:grpSpPr>
        <a:xfrm>
          <a:off x="0" y="0"/>
          <a:ext cx="0" cy="0"/>
          <a:chOff x="0" y="0"/>
          <a:chExt cx="0" cy="0"/>
        </a:xfrm>
      </p:grpSpPr>
      <p:sp>
        <p:nvSpPr>
          <p:cNvPr id="300" name="Google Shape;300;g31ddeff270a_0_741">
            <a:extLst>
              <a:ext uri="{FF2B5EF4-FFF2-40B4-BE49-F238E27FC236}">
                <a16:creationId xmlns:a16="http://schemas.microsoft.com/office/drawing/2014/main" id="{A900A461-AD17-25D8-B8BA-A904EBA40736}"/>
              </a:ext>
            </a:extLst>
          </p:cNvPr>
          <p:cNvSpPr txBox="1"/>
          <p:nvPr/>
        </p:nvSpPr>
        <p:spPr>
          <a:xfrm>
            <a:off x="711223" y="0"/>
            <a:ext cx="10032954" cy="36703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000" b="1" i="0" u="none" strike="noStrike" cap="none" dirty="0">
                <a:solidFill>
                  <a:schemeClr val="dk1"/>
                </a:solidFill>
                <a:latin typeface="Arial"/>
                <a:ea typeface="Arial"/>
                <a:cs typeface="Arial"/>
                <a:sym typeface="Arial"/>
              </a:rPr>
              <a:t>References:</a:t>
            </a:r>
            <a:endParaRPr sz="2000" b="1" i="0" u="none" strike="noStrike" cap="none" dirty="0">
              <a:solidFill>
                <a:schemeClr val="dk1"/>
              </a:solidFill>
              <a:latin typeface="Arial"/>
              <a:ea typeface="Arial"/>
              <a:cs typeface="Arial"/>
              <a:sym typeface="Arial"/>
            </a:endParaRPr>
          </a:p>
          <a:p>
            <a:pPr marL="609600" lvl="0" indent="-476250">
              <a:lnSpc>
                <a:spcPct val="115000"/>
              </a:lnSpc>
              <a:spcBef>
                <a:spcPts val="1600"/>
              </a:spcBef>
              <a:buClr>
                <a:schemeClr val="dk1"/>
              </a:buClr>
              <a:buSzPts val="2700"/>
              <a:buFont typeface="Arial"/>
              <a:buChar char="●"/>
            </a:pPr>
            <a:r>
              <a:rPr lang="en-US" sz="2000" dirty="0"/>
              <a:t>Hastie, Trevor, </a:t>
            </a:r>
            <a:r>
              <a:rPr lang="en-US" sz="2000" dirty="0" err="1"/>
              <a:t>Tibshirani</a:t>
            </a:r>
            <a:r>
              <a:rPr lang="en-US" sz="2000" dirty="0"/>
              <a:t>, Robert and Friedman, Jerome. </a:t>
            </a:r>
            <a:r>
              <a:rPr lang="en-US" sz="2000" i="1" dirty="0"/>
              <a:t>The Elements of Statistical Learning</a:t>
            </a:r>
            <a:r>
              <a:rPr lang="en-US" sz="2000" dirty="0"/>
              <a:t>. New York, NY, USA: Springer New York Inc., 2001.</a:t>
            </a:r>
          </a:p>
          <a:p>
            <a:pPr marL="609600" lvl="0" indent="-476250">
              <a:lnSpc>
                <a:spcPct val="115000"/>
              </a:lnSpc>
              <a:spcBef>
                <a:spcPts val="1600"/>
              </a:spcBef>
              <a:buClr>
                <a:schemeClr val="dk1"/>
              </a:buClr>
              <a:buSzPts val="2700"/>
              <a:buFont typeface="Arial"/>
              <a:buChar char="●"/>
            </a:pPr>
            <a:r>
              <a:rPr lang="en-US" sz="2000" dirty="0"/>
              <a:t>S. Guido and A. C. Mueller, Introduction to Machine Learning with Python, Sebastopol, CA: O'Reilly Media, 2016.</a:t>
            </a:r>
          </a:p>
          <a:p>
            <a:pPr marL="609600" indent="-476250">
              <a:lnSpc>
                <a:spcPct val="115000"/>
              </a:lnSpc>
              <a:spcBef>
                <a:spcPts val="1600"/>
              </a:spcBef>
              <a:buClr>
                <a:schemeClr val="dk1"/>
              </a:buClr>
              <a:buSzPts val="2700"/>
              <a:buFont typeface="Arial"/>
              <a:buChar char="●"/>
            </a:pPr>
            <a:r>
              <a:rPr lang="en-US" sz="2000" dirty="0"/>
              <a:t>Yuan, Xiaoguang, </a:t>
            </a:r>
            <a:r>
              <a:rPr lang="en-US" sz="2000" dirty="0" err="1"/>
              <a:t>Shiruo</a:t>
            </a:r>
            <a:r>
              <a:rPr lang="en-US" sz="2000" dirty="0"/>
              <a:t> Liu, Wei Feng, and Gabriel Dauphin. 2023. "Feature Importance Ranking of Random Forest-Based End-to-End Learning Algorithm" Remote Sensing 15, no. 21: 5203. https://doi.org/10.3390/rs15215203</a:t>
            </a:r>
            <a:endParaRPr sz="2000" dirty="0"/>
          </a:p>
        </p:txBody>
      </p:sp>
      <p:sp>
        <p:nvSpPr>
          <p:cNvPr id="2" name="TextBox 1">
            <a:extLst>
              <a:ext uri="{FF2B5EF4-FFF2-40B4-BE49-F238E27FC236}">
                <a16:creationId xmlns:a16="http://schemas.microsoft.com/office/drawing/2014/main" id="{E471C27F-8B26-3E9B-341D-E90D91F8D150}"/>
              </a:ext>
            </a:extLst>
          </p:cNvPr>
          <p:cNvSpPr txBox="1"/>
          <p:nvPr/>
        </p:nvSpPr>
        <p:spPr>
          <a:xfrm>
            <a:off x="3225800" y="4406900"/>
            <a:ext cx="4445000" cy="1323439"/>
          </a:xfrm>
          <a:prstGeom prst="rect">
            <a:avLst/>
          </a:prstGeom>
          <a:noFill/>
        </p:spPr>
        <p:txBody>
          <a:bodyPr wrap="square" rtlCol="0">
            <a:spAutoFit/>
          </a:bodyPr>
          <a:lstStyle/>
          <a:p>
            <a:pPr algn="ctr"/>
            <a:r>
              <a:rPr lang="en-US" sz="2000" b="1" i="1" u="sng" dirty="0">
                <a:solidFill>
                  <a:schemeClr val="accent2">
                    <a:lumMod val="75000"/>
                  </a:schemeClr>
                </a:solidFill>
              </a:rPr>
              <a:t>Thank you for your attention!</a:t>
            </a:r>
          </a:p>
          <a:p>
            <a:pPr algn="ctr"/>
            <a:endParaRPr lang="en-US" sz="2000" b="1" i="1" u="sng" dirty="0">
              <a:solidFill>
                <a:schemeClr val="accent2">
                  <a:lumMod val="75000"/>
                </a:schemeClr>
              </a:solidFill>
            </a:endParaRPr>
          </a:p>
          <a:p>
            <a:pPr algn="ctr"/>
            <a:endParaRPr lang="en-US" sz="2000" b="1" i="1" u="sng" dirty="0">
              <a:solidFill>
                <a:schemeClr val="accent2">
                  <a:lumMod val="75000"/>
                </a:schemeClr>
              </a:solidFill>
            </a:endParaRPr>
          </a:p>
          <a:p>
            <a:pPr algn="ctr"/>
            <a:r>
              <a:rPr lang="en-US" sz="2000" b="1" i="1" u="sng" dirty="0">
                <a:solidFill>
                  <a:schemeClr val="accent2">
                    <a:lumMod val="75000"/>
                  </a:schemeClr>
                </a:solidFill>
              </a:rPr>
              <a:t>Any questions?</a:t>
            </a:r>
            <a:endParaRPr lang="el-GR" sz="2000" b="1" i="1" u="sng" dirty="0">
              <a:solidFill>
                <a:schemeClr val="accent2">
                  <a:lumMod val="75000"/>
                </a:schemeClr>
              </a:solidFill>
            </a:endParaRPr>
          </a:p>
        </p:txBody>
      </p:sp>
    </p:spTree>
    <p:extLst>
      <p:ext uri="{BB962C8B-B14F-4D97-AF65-F5344CB8AC3E}">
        <p14:creationId xmlns:p14="http://schemas.microsoft.com/office/powerpoint/2010/main" val="2946010891"/>
      </p:ext>
    </p:extLst>
  </p:cSld>
  <p:clrMapOvr>
    <a:masterClrMapping/>
  </p:clrMapOvr>
</p:sld>
</file>

<file path=ppt/theme/theme1.xml><?xml version="1.0" encoding="utf-8"?>
<a:theme xmlns:a="http://schemas.openxmlformats.org/drawingml/2006/main"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1112</Words>
  <Application>Microsoft Office PowerPoint</Application>
  <PresentationFormat>Widescreen</PresentationFormat>
  <Paragraphs>192</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Libre Franklin</vt:lpstr>
      <vt:lpstr>Crop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Anthimos Kalosidis</dc:creator>
  <cp:lastModifiedBy>Gkaro Gkarampetian</cp:lastModifiedBy>
  <cp:revision>1</cp:revision>
  <dcterms:created xsi:type="dcterms:W3CDTF">2024-06-25T07:59:16Z</dcterms:created>
  <dcterms:modified xsi:type="dcterms:W3CDTF">2025-06-22T23:09:23Z</dcterms:modified>
</cp:coreProperties>
</file>